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65" r:id="rId4"/>
    <p:sldId id="281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2" r:id="rId16"/>
    <p:sldId id="283" r:id="rId17"/>
    <p:sldId id="284" r:id="rId18"/>
    <p:sldId id="285" r:id="rId19"/>
    <p:sldId id="286" r:id="rId20"/>
    <p:sldId id="287" r:id="rId21"/>
    <p:sldId id="288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75ECEE-6DFD-B60A-677F-98CC8DAB6772}" v="1968" dt="2026-02-05T18:28:52.6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non Fachiano" userId="278cff15e429a339" providerId="Windows Live" clId="Web-{3975ECEE-6DFD-B60A-677F-98CC8DAB6772}"/>
    <pc:docChg chg="addSld delSld modSld">
      <pc:chgData name="Lenon Fachiano" userId="278cff15e429a339" providerId="Windows Live" clId="Web-{3975ECEE-6DFD-B60A-677F-98CC8DAB6772}" dt="2026-02-05T18:28:52.657" v="1694" actId="1076"/>
      <pc:docMkLst>
        <pc:docMk/>
      </pc:docMkLst>
      <pc:sldChg chg="modSp mod setBg">
        <pc:chgData name="Lenon Fachiano" userId="278cff15e429a339" providerId="Windows Live" clId="Web-{3975ECEE-6DFD-B60A-677F-98CC8DAB6772}" dt="2026-02-05T16:01:05.360" v="8" actId="20577"/>
        <pc:sldMkLst>
          <pc:docMk/>
          <pc:sldMk cId="621031645" sldId="256"/>
        </pc:sldMkLst>
        <pc:spChg chg="mod">
          <ac:chgData name="Lenon Fachiano" userId="278cff15e429a339" providerId="Windows Live" clId="Web-{3975ECEE-6DFD-B60A-677F-98CC8DAB6772}" dt="2026-02-05T16:00:20.155" v="5" actId="20577"/>
          <ac:spMkLst>
            <pc:docMk/>
            <pc:sldMk cId="621031645" sldId="256"/>
            <ac:spMk id="4" creationId="{5561D8BC-7B86-87D5-F6F7-130FC005EA3B}"/>
          </ac:spMkLst>
        </pc:spChg>
        <pc:spChg chg="mod">
          <ac:chgData name="Lenon Fachiano" userId="278cff15e429a339" providerId="Windows Live" clId="Web-{3975ECEE-6DFD-B60A-677F-98CC8DAB6772}" dt="2026-02-05T16:00:52.969" v="6" actId="20577"/>
          <ac:spMkLst>
            <pc:docMk/>
            <pc:sldMk cId="621031645" sldId="256"/>
            <ac:spMk id="8" creationId="{868BFF13-1708-E43E-89FF-8F76617A70A2}"/>
          </ac:spMkLst>
        </pc:spChg>
        <pc:spChg chg="mod">
          <ac:chgData name="Lenon Fachiano" userId="278cff15e429a339" providerId="Windows Live" clId="Web-{3975ECEE-6DFD-B60A-677F-98CC8DAB6772}" dt="2026-02-05T16:01:05.360" v="8" actId="20577"/>
          <ac:spMkLst>
            <pc:docMk/>
            <pc:sldMk cId="621031645" sldId="256"/>
            <ac:spMk id="10" creationId="{BDF098B7-0FD2-1E1A-97F4-51465181EF55}"/>
          </ac:spMkLst>
        </pc:spChg>
      </pc:sldChg>
      <pc:sldChg chg="modSp mod setBg">
        <pc:chgData name="Lenon Fachiano" userId="278cff15e429a339" providerId="Windows Live" clId="Web-{3975ECEE-6DFD-B60A-677F-98CC8DAB6772}" dt="2026-02-05T16:01:39.580" v="14"/>
        <pc:sldMkLst>
          <pc:docMk/>
          <pc:sldMk cId="1970288654" sldId="257"/>
        </pc:sldMkLst>
        <pc:spChg chg="mod">
          <ac:chgData name="Lenon Fachiano" userId="278cff15e429a339" providerId="Windows Live" clId="Web-{3975ECEE-6DFD-B60A-677F-98CC8DAB6772}" dt="2026-02-05T16:01:30.111" v="9"/>
          <ac:spMkLst>
            <pc:docMk/>
            <pc:sldMk cId="1970288654" sldId="257"/>
            <ac:spMk id="4" creationId="{DAECC8F5-B244-7B9F-90F3-6BA96188D661}"/>
          </ac:spMkLst>
        </pc:spChg>
        <pc:spChg chg="mod">
          <ac:chgData name="Lenon Fachiano" userId="278cff15e429a339" providerId="Windows Live" clId="Web-{3975ECEE-6DFD-B60A-677F-98CC8DAB6772}" dt="2026-02-05T16:01:30.111" v="10"/>
          <ac:spMkLst>
            <pc:docMk/>
            <pc:sldMk cId="1970288654" sldId="257"/>
            <ac:spMk id="8" creationId="{6B64A6F5-7EB3-455A-1D8E-BB453CDACB18}"/>
          </ac:spMkLst>
        </pc:spChg>
        <pc:spChg chg="mod">
          <ac:chgData name="Lenon Fachiano" userId="278cff15e429a339" providerId="Windows Live" clId="Web-{3975ECEE-6DFD-B60A-677F-98CC8DAB6772}" dt="2026-02-05T16:01:30.111" v="11"/>
          <ac:spMkLst>
            <pc:docMk/>
            <pc:sldMk cId="1970288654" sldId="257"/>
            <ac:spMk id="11" creationId="{14AD1350-5BA8-5452-2FEA-A204ED03D4DF}"/>
          </ac:spMkLst>
        </pc:spChg>
        <pc:spChg chg="mod">
          <ac:chgData name="Lenon Fachiano" userId="278cff15e429a339" providerId="Windows Live" clId="Web-{3975ECEE-6DFD-B60A-677F-98CC8DAB6772}" dt="2026-02-05T16:01:30.111" v="12"/>
          <ac:spMkLst>
            <pc:docMk/>
            <pc:sldMk cId="1970288654" sldId="257"/>
            <ac:spMk id="12" creationId="{636BD830-21CA-6BD1-C444-64D28629579F}"/>
          </ac:spMkLst>
        </pc:spChg>
        <pc:spChg chg="mod">
          <ac:chgData name="Lenon Fachiano" userId="278cff15e429a339" providerId="Windows Live" clId="Web-{3975ECEE-6DFD-B60A-677F-98CC8DAB6772}" dt="2026-02-05T16:01:30.142" v="13"/>
          <ac:spMkLst>
            <pc:docMk/>
            <pc:sldMk cId="1970288654" sldId="257"/>
            <ac:spMk id="13" creationId="{5648FCC6-C720-F3E0-9D94-6CBCF3179D2E}"/>
          </ac:spMkLst>
        </pc:spChg>
      </pc:sldChg>
      <pc:sldChg chg="addSp delSp modSp mod setBg">
        <pc:chgData name="Lenon Fachiano" userId="278cff15e429a339" providerId="Windows Live" clId="Web-{3975ECEE-6DFD-B60A-677F-98CC8DAB6772}" dt="2026-02-05T17:38:00.405" v="1441" actId="20577"/>
        <pc:sldMkLst>
          <pc:docMk/>
          <pc:sldMk cId="3225050545" sldId="258"/>
        </pc:sldMkLst>
        <pc:spChg chg="mod">
          <ac:chgData name="Lenon Fachiano" userId="278cff15e429a339" providerId="Windows Live" clId="Web-{3975ECEE-6DFD-B60A-677F-98CC8DAB6772}" dt="2026-02-05T16:02:29.972" v="20"/>
          <ac:spMkLst>
            <pc:docMk/>
            <pc:sldMk cId="3225050545" sldId="258"/>
            <ac:spMk id="2" creationId="{1E9BA593-FC2C-FA74-C717-893B5B426B1A}"/>
          </ac:spMkLst>
        </pc:spChg>
        <pc:spChg chg="mod">
          <ac:chgData name="Lenon Fachiano" userId="278cff15e429a339" providerId="Windows Live" clId="Web-{3975ECEE-6DFD-B60A-677F-98CC8DAB6772}" dt="2026-02-05T16:02:35.129" v="21"/>
          <ac:spMkLst>
            <pc:docMk/>
            <pc:sldMk cId="3225050545" sldId="258"/>
            <ac:spMk id="3" creationId="{F4A11956-7496-E56A-39F7-B102117381E2}"/>
          </ac:spMkLst>
        </pc:spChg>
        <pc:spChg chg="mod">
          <ac:chgData name="Lenon Fachiano" userId="278cff15e429a339" providerId="Windows Live" clId="Web-{3975ECEE-6DFD-B60A-677F-98CC8DAB6772}" dt="2026-02-05T16:02:06.956" v="18" actId="20577"/>
          <ac:spMkLst>
            <pc:docMk/>
            <pc:sldMk cId="3225050545" sldId="258"/>
            <ac:spMk id="4" creationId="{2E6E30C3-B521-5A19-B213-9B0CECF639B5}"/>
          </ac:spMkLst>
        </pc:spChg>
        <pc:spChg chg="mod">
          <ac:chgData name="Lenon Fachiano" userId="278cff15e429a339" providerId="Windows Live" clId="Web-{3975ECEE-6DFD-B60A-677F-98CC8DAB6772}" dt="2026-02-05T16:02:12.440" v="19" actId="20577"/>
          <ac:spMkLst>
            <pc:docMk/>
            <pc:sldMk cId="3225050545" sldId="258"/>
            <ac:spMk id="8" creationId="{A90AAA9D-4DA0-26C7-7348-5BC886288D98}"/>
          </ac:spMkLst>
        </pc:spChg>
        <pc:spChg chg="add mod">
          <ac:chgData name="Lenon Fachiano" userId="278cff15e429a339" providerId="Windows Live" clId="Web-{3975ECEE-6DFD-B60A-677F-98CC8DAB6772}" dt="2026-02-05T17:38:00.405" v="1441" actId="20577"/>
          <ac:spMkLst>
            <pc:docMk/>
            <pc:sldMk cId="3225050545" sldId="258"/>
            <ac:spMk id="11" creationId="{A0EBFEBB-E854-9131-06F6-13ADD498871B}"/>
          </ac:spMkLst>
        </pc:spChg>
        <pc:spChg chg="del mod">
          <ac:chgData name="Lenon Fachiano" userId="278cff15e429a339" providerId="Windows Live" clId="Web-{3975ECEE-6DFD-B60A-677F-98CC8DAB6772}" dt="2026-02-05T17:37:42.872" v="1399"/>
          <ac:spMkLst>
            <pc:docMk/>
            <pc:sldMk cId="3225050545" sldId="258"/>
            <ac:spMk id="14" creationId="{2F3E5094-38A5-5CA8-A466-5C275405DF79}"/>
          </ac:spMkLst>
        </pc:spChg>
        <pc:spChg chg="mod">
          <ac:chgData name="Lenon Fachiano" userId="278cff15e429a339" providerId="Windows Live" clId="Web-{3975ECEE-6DFD-B60A-677F-98CC8DAB6772}" dt="2026-02-05T16:02:03.971" v="17" actId="20577"/>
          <ac:spMkLst>
            <pc:docMk/>
            <pc:sldMk cId="3225050545" sldId="258"/>
            <ac:spMk id="15" creationId="{DE9E2A35-1AAD-35EC-D70A-682D6F3FF7A6}"/>
          </ac:spMkLst>
        </pc:spChg>
        <pc:spChg chg="mod">
          <ac:chgData name="Lenon Fachiano" userId="278cff15e429a339" providerId="Windows Live" clId="Web-{3975ECEE-6DFD-B60A-677F-98CC8DAB6772}" dt="2026-02-05T16:02:00.409" v="16" actId="20577"/>
          <ac:spMkLst>
            <pc:docMk/>
            <pc:sldMk cId="3225050545" sldId="258"/>
            <ac:spMk id="16" creationId="{307664C6-74FA-56DE-7CAC-B4F29322B087}"/>
          </ac:spMkLst>
        </pc:spChg>
      </pc:sldChg>
      <pc:sldChg chg="modSp mod setBg">
        <pc:chgData name="Lenon Fachiano" userId="278cff15e429a339" providerId="Windows Live" clId="Web-{3975ECEE-6DFD-B60A-677F-98CC8DAB6772}" dt="2026-02-05T16:03:18.911" v="27"/>
        <pc:sldMkLst>
          <pc:docMk/>
          <pc:sldMk cId="2269314524" sldId="259"/>
        </pc:sldMkLst>
        <pc:spChg chg="mod">
          <ac:chgData name="Lenon Fachiano" userId="278cff15e429a339" providerId="Windows Live" clId="Web-{3975ECEE-6DFD-B60A-677F-98CC8DAB6772}" dt="2026-02-05T16:03:18.911" v="27"/>
          <ac:spMkLst>
            <pc:docMk/>
            <pc:sldMk cId="2269314524" sldId="259"/>
            <ac:spMk id="2" creationId="{556F9656-2D11-4856-06CE-435433D12C19}"/>
          </ac:spMkLst>
        </pc:spChg>
        <pc:spChg chg="mod">
          <ac:chgData name="Lenon Fachiano" userId="278cff15e429a339" providerId="Windows Live" clId="Web-{3975ECEE-6DFD-B60A-677F-98CC8DAB6772}" dt="2026-02-05T16:03:00.301" v="23" actId="20577"/>
          <ac:spMkLst>
            <pc:docMk/>
            <pc:sldMk cId="2269314524" sldId="259"/>
            <ac:spMk id="4" creationId="{A96EA3C3-916B-E2D7-57F4-918866586446}"/>
          </ac:spMkLst>
        </pc:spChg>
        <pc:spChg chg="mod">
          <ac:chgData name="Lenon Fachiano" userId="278cff15e429a339" providerId="Windows Live" clId="Web-{3975ECEE-6DFD-B60A-677F-98CC8DAB6772}" dt="2026-02-05T16:03:03.583" v="24" actId="20577"/>
          <ac:spMkLst>
            <pc:docMk/>
            <pc:sldMk cId="2269314524" sldId="259"/>
            <ac:spMk id="8" creationId="{45719D76-0B04-1F59-65D3-5045BAF8C33A}"/>
          </ac:spMkLst>
        </pc:spChg>
        <pc:spChg chg="mod">
          <ac:chgData name="Lenon Fachiano" userId="278cff15e429a339" providerId="Windows Live" clId="Web-{3975ECEE-6DFD-B60A-677F-98CC8DAB6772}" dt="2026-02-05T16:03:06.286" v="25" actId="20577"/>
          <ac:spMkLst>
            <pc:docMk/>
            <pc:sldMk cId="2269314524" sldId="259"/>
            <ac:spMk id="15" creationId="{19069D72-85E4-7026-867A-62FD5A938FC2}"/>
          </ac:spMkLst>
        </pc:spChg>
      </pc:sldChg>
      <pc:sldChg chg="addSp delSp modSp mod setBg">
        <pc:chgData name="Lenon Fachiano" userId="278cff15e429a339" providerId="Windows Live" clId="Web-{3975ECEE-6DFD-B60A-677F-98CC8DAB6772}" dt="2026-02-05T17:38:17.109" v="1443"/>
        <pc:sldMkLst>
          <pc:docMk/>
          <pc:sldMk cId="573984420" sldId="260"/>
        </pc:sldMkLst>
        <pc:spChg chg="mod">
          <ac:chgData name="Lenon Fachiano" userId="278cff15e429a339" providerId="Windows Live" clId="Web-{3975ECEE-6DFD-B60A-677F-98CC8DAB6772}" dt="2026-02-05T16:04:13.834" v="36"/>
          <ac:spMkLst>
            <pc:docMk/>
            <pc:sldMk cId="573984420" sldId="260"/>
            <ac:spMk id="2" creationId="{E49A762D-7582-04FC-572F-26C5B7FE5F1B}"/>
          </ac:spMkLst>
        </pc:spChg>
        <pc:spChg chg="mod">
          <ac:chgData name="Lenon Fachiano" userId="278cff15e429a339" providerId="Windows Live" clId="Web-{3975ECEE-6DFD-B60A-677F-98CC8DAB6772}" dt="2026-02-05T16:04:17.006" v="37"/>
          <ac:spMkLst>
            <pc:docMk/>
            <pc:sldMk cId="573984420" sldId="260"/>
            <ac:spMk id="3" creationId="{3C9D1422-C5B4-D739-40CF-AD5884E7D028}"/>
          </ac:spMkLst>
        </pc:spChg>
        <pc:spChg chg="mod">
          <ac:chgData name="Lenon Fachiano" userId="278cff15e429a339" providerId="Windows Live" clId="Web-{3975ECEE-6DFD-B60A-677F-98CC8DAB6772}" dt="2026-02-05T16:03:33.146" v="28" actId="20577"/>
          <ac:spMkLst>
            <pc:docMk/>
            <pc:sldMk cId="573984420" sldId="260"/>
            <ac:spMk id="4" creationId="{6A328129-8CD5-42F1-FE86-94D2BB871A8C}"/>
          </ac:spMkLst>
        </pc:spChg>
        <pc:spChg chg="mod">
          <ac:chgData name="Lenon Fachiano" userId="278cff15e429a339" providerId="Windows Live" clId="Web-{3975ECEE-6DFD-B60A-677F-98CC8DAB6772}" dt="2026-02-05T16:03:39.943" v="29" actId="20577"/>
          <ac:spMkLst>
            <pc:docMk/>
            <pc:sldMk cId="573984420" sldId="260"/>
            <ac:spMk id="8" creationId="{67159363-3EEA-A2DE-F47D-5927558B44CF}"/>
          </ac:spMkLst>
        </pc:spChg>
        <pc:spChg chg="mod">
          <ac:chgData name="Lenon Fachiano" userId="278cff15e429a339" providerId="Windows Live" clId="Web-{3975ECEE-6DFD-B60A-677F-98CC8DAB6772}" dt="2026-02-05T16:03:57.553" v="33" actId="20577"/>
          <ac:spMkLst>
            <pc:docMk/>
            <pc:sldMk cId="573984420" sldId="260"/>
            <ac:spMk id="12" creationId="{16DECD86-BDAC-56BF-F344-83FAF5597B09}"/>
          </ac:spMkLst>
        </pc:spChg>
        <pc:spChg chg="add">
          <ac:chgData name="Lenon Fachiano" userId="278cff15e429a339" providerId="Windows Live" clId="Web-{3975ECEE-6DFD-B60A-677F-98CC8DAB6772}" dt="2026-02-05T17:38:17.109" v="1443"/>
          <ac:spMkLst>
            <pc:docMk/>
            <pc:sldMk cId="573984420" sldId="260"/>
            <ac:spMk id="13" creationId="{3049A1B5-B78B-BF13-8D34-493211EFA584}"/>
          </ac:spMkLst>
        </pc:spChg>
        <pc:spChg chg="add del mod">
          <ac:chgData name="Lenon Fachiano" userId="278cff15e429a339" providerId="Windows Live" clId="Web-{3975ECEE-6DFD-B60A-677F-98CC8DAB6772}" dt="2026-02-05T16:05:25.570" v="50"/>
          <ac:spMkLst>
            <pc:docMk/>
            <pc:sldMk cId="573984420" sldId="260"/>
            <ac:spMk id="13" creationId="{9936DD00-3744-1E10-56DF-22F1670D6E31}"/>
          </ac:spMkLst>
        </pc:spChg>
        <pc:spChg chg="del mod">
          <ac:chgData name="Lenon Fachiano" userId="278cff15e429a339" providerId="Windows Live" clId="Web-{3975ECEE-6DFD-B60A-677F-98CC8DAB6772}" dt="2026-02-05T17:38:16.187" v="1442"/>
          <ac:spMkLst>
            <pc:docMk/>
            <pc:sldMk cId="573984420" sldId="260"/>
            <ac:spMk id="14" creationId="{4AB0EA4F-C651-2458-2B70-47E0678C8D8B}"/>
          </ac:spMkLst>
        </pc:spChg>
        <pc:spChg chg="mod">
          <ac:chgData name="Lenon Fachiano" userId="278cff15e429a339" providerId="Windows Live" clId="Web-{3975ECEE-6DFD-B60A-677F-98CC8DAB6772}" dt="2026-02-05T16:03:49.381" v="31" actId="20577"/>
          <ac:spMkLst>
            <pc:docMk/>
            <pc:sldMk cId="573984420" sldId="260"/>
            <ac:spMk id="15" creationId="{D00E7CE0-BEDE-DF29-EB53-C0E74ECEEDAA}"/>
          </ac:spMkLst>
        </pc:spChg>
        <pc:spChg chg="mod">
          <ac:chgData name="Lenon Fachiano" userId="278cff15e429a339" providerId="Windows Live" clId="Web-{3975ECEE-6DFD-B60A-677F-98CC8DAB6772}" dt="2026-02-05T16:03:52.990" v="32" actId="20577"/>
          <ac:spMkLst>
            <pc:docMk/>
            <pc:sldMk cId="573984420" sldId="260"/>
            <ac:spMk id="16" creationId="{F307F205-5644-B0E4-232C-EDE08BEF4DA8}"/>
          </ac:spMkLst>
        </pc:spChg>
        <pc:cxnChg chg="add del mod">
          <ac:chgData name="Lenon Fachiano" userId="278cff15e429a339" providerId="Windows Live" clId="Web-{3975ECEE-6DFD-B60A-677F-98CC8DAB6772}" dt="2026-02-05T16:05:23.961" v="49"/>
          <ac:cxnSpMkLst>
            <pc:docMk/>
            <pc:sldMk cId="573984420" sldId="260"/>
            <ac:cxnSpMk id="10" creationId="{57C5818E-1107-26A9-C306-04F20EA04DFF}"/>
          </ac:cxnSpMkLst>
        </pc:cxnChg>
        <pc:cxnChg chg="mod">
          <ac:chgData name="Lenon Fachiano" userId="278cff15e429a339" providerId="Windows Live" clId="Web-{3975ECEE-6DFD-B60A-677F-98CC8DAB6772}" dt="2026-02-05T16:04:03.068" v="34"/>
          <ac:cxnSpMkLst>
            <pc:docMk/>
            <pc:sldMk cId="573984420" sldId="260"/>
            <ac:cxnSpMk id="11" creationId="{336FD8F7-23F0-BEBD-8113-6D9A43C0E613}"/>
          </ac:cxnSpMkLst>
        </pc:cxnChg>
      </pc:sldChg>
      <pc:sldChg chg="delSp del">
        <pc:chgData name="Lenon Fachiano" userId="278cff15e429a339" providerId="Windows Live" clId="Web-{3975ECEE-6DFD-B60A-677F-98CC8DAB6772}" dt="2026-02-05T16:05:15.695" v="46"/>
        <pc:sldMkLst>
          <pc:docMk/>
          <pc:sldMk cId="56240239" sldId="261"/>
        </pc:sldMkLst>
        <pc:spChg chg="del">
          <ac:chgData name="Lenon Fachiano" userId="278cff15e429a339" providerId="Windows Live" clId="Web-{3975ECEE-6DFD-B60A-677F-98CC8DAB6772}" dt="2026-02-05T16:04:31.850" v="39"/>
          <ac:spMkLst>
            <pc:docMk/>
            <pc:sldMk cId="56240239" sldId="261"/>
            <ac:spMk id="17" creationId="{9936DD00-3744-1E10-56DF-22F1670D6E31}"/>
          </ac:spMkLst>
        </pc:spChg>
        <pc:cxnChg chg="del">
          <ac:chgData name="Lenon Fachiano" userId="278cff15e429a339" providerId="Windows Live" clId="Web-{3975ECEE-6DFD-B60A-677F-98CC8DAB6772}" dt="2026-02-05T16:04:31.850" v="40"/>
          <ac:cxnSpMkLst>
            <pc:docMk/>
            <pc:sldMk cId="56240239" sldId="261"/>
            <ac:cxnSpMk id="13" creationId="{57C5818E-1107-26A9-C306-04F20EA04DFF}"/>
          </ac:cxnSpMkLst>
        </pc:cxnChg>
      </pc:sldChg>
      <pc:sldChg chg="addSp delSp modSp mod setBg">
        <pc:chgData name="Lenon Fachiano" userId="278cff15e429a339" providerId="Windows Live" clId="Web-{3975ECEE-6DFD-B60A-677F-98CC8DAB6772}" dt="2026-02-05T17:38:56.455" v="1463" actId="1076"/>
        <pc:sldMkLst>
          <pc:docMk/>
          <pc:sldMk cId="2200811553" sldId="262"/>
        </pc:sldMkLst>
        <pc:spChg chg="mod">
          <ac:chgData name="Lenon Fachiano" userId="278cff15e429a339" providerId="Windows Live" clId="Web-{3975ECEE-6DFD-B60A-677F-98CC8DAB6772}" dt="2026-02-05T16:05:49.602" v="51" actId="20577"/>
          <ac:spMkLst>
            <pc:docMk/>
            <pc:sldMk cId="2200811553" sldId="262"/>
            <ac:spMk id="4" creationId="{66C9F83F-A0CA-4041-5D63-84EEC951B434}"/>
          </ac:spMkLst>
        </pc:spChg>
        <pc:spChg chg="mod">
          <ac:chgData name="Lenon Fachiano" userId="278cff15e429a339" providerId="Windows Live" clId="Web-{3975ECEE-6DFD-B60A-677F-98CC8DAB6772}" dt="2026-02-05T16:07:04.431" v="61" actId="20577"/>
          <ac:spMkLst>
            <pc:docMk/>
            <pc:sldMk cId="2200811553" sldId="262"/>
            <ac:spMk id="8" creationId="{69D7320E-2CA3-A720-C2F3-F6C711C9ACD9}"/>
          </ac:spMkLst>
        </pc:spChg>
        <pc:spChg chg="del mod">
          <ac:chgData name="Lenon Fachiano" userId="278cff15e429a339" providerId="Windows Live" clId="Web-{3975ECEE-6DFD-B60A-677F-98CC8DAB6772}" dt="2026-02-05T17:38:38.688" v="1447"/>
          <ac:spMkLst>
            <pc:docMk/>
            <pc:sldMk cId="2200811553" sldId="262"/>
            <ac:spMk id="14" creationId="{B8C058B6-EA66-FB6E-BE87-B6F48EE6D97B}"/>
          </ac:spMkLst>
        </pc:spChg>
        <pc:spChg chg="mod">
          <ac:chgData name="Lenon Fachiano" userId="278cff15e429a339" providerId="Windows Live" clId="Web-{3975ECEE-6DFD-B60A-677F-98CC8DAB6772}" dt="2026-02-05T16:06:04.665" v="55" actId="20577"/>
          <ac:spMkLst>
            <pc:docMk/>
            <pc:sldMk cId="2200811553" sldId="262"/>
            <ac:spMk id="16" creationId="{F19920F8-C7EB-3452-898E-ECF2DE832ECF}"/>
          </ac:spMkLst>
        </pc:spChg>
        <pc:spChg chg="add mod">
          <ac:chgData name="Lenon Fachiano" userId="278cff15e429a339" providerId="Windows Live" clId="Web-{3975ECEE-6DFD-B60A-677F-98CC8DAB6772}" dt="2026-02-05T17:38:51.454" v="1462" actId="20577"/>
          <ac:spMkLst>
            <pc:docMk/>
            <pc:sldMk cId="2200811553" sldId="262"/>
            <ac:spMk id="18" creationId="{49B931A1-8250-0DFF-81B4-BD731B244E6F}"/>
          </ac:spMkLst>
        </pc:spChg>
        <pc:spChg chg="mod">
          <ac:chgData name="Lenon Fachiano" userId="278cff15e429a339" providerId="Windows Live" clId="Web-{3975ECEE-6DFD-B60A-677F-98CC8DAB6772}" dt="2026-02-05T17:38:56.455" v="1463" actId="1076"/>
          <ac:spMkLst>
            <pc:docMk/>
            <pc:sldMk cId="2200811553" sldId="262"/>
            <ac:spMk id="24" creationId="{4D682CD1-6D90-ADF9-F47A-50D85E949EAD}"/>
          </ac:spMkLst>
        </pc:spChg>
        <pc:spChg chg="mod">
          <ac:chgData name="Lenon Fachiano" userId="278cff15e429a339" providerId="Windows Live" clId="Web-{3975ECEE-6DFD-B60A-677F-98CC8DAB6772}" dt="2026-02-05T16:06:14.024" v="58" actId="20577"/>
          <ac:spMkLst>
            <pc:docMk/>
            <pc:sldMk cId="2200811553" sldId="262"/>
            <ac:spMk id="26" creationId="{F932121C-0719-E261-E70D-591ADC077319}"/>
          </ac:spMkLst>
        </pc:spChg>
        <pc:spChg chg="mod">
          <ac:chgData name="Lenon Fachiano" userId="278cff15e429a339" providerId="Windows Live" clId="Web-{3975ECEE-6DFD-B60A-677F-98CC8DAB6772}" dt="2026-02-05T16:06:18.274" v="59" actId="20577"/>
          <ac:spMkLst>
            <pc:docMk/>
            <pc:sldMk cId="2200811553" sldId="262"/>
            <ac:spMk id="28" creationId="{7199911A-1990-D61E-D320-0EDFEA1B4D1E}"/>
          </ac:spMkLst>
        </pc:spChg>
      </pc:sldChg>
      <pc:sldChg chg="addSp delSp modSp mod setBg">
        <pc:chgData name="Lenon Fachiano" userId="278cff15e429a339" providerId="Windows Live" clId="Web-{3975ECEE-6DFD-B60A-677F-98CC8DAB6772}" dt="2026-02-05T18:17:35.868" v="1610"/>
        <pc:sldMkLst>
          <pc:docMk/>
          <pc:sldMk cId="1249215729" sldId="263"/>
        </pc:sldMkLst>
        <pc:spChg chg="add del">
          <ac:chgData name="Lenon Fachiano" userId="278cff15e429a339" providerId="Windows Live" clId="Web-{3975ECEE-6DFD-B60A-677F-98CC8DAB6772}" dt="2026-02-05T18:17:35.868" v="1610"/>
          <ac:spMkLst>
            <pc:docMk/>
            <pc:sldMk cId="1249215729" sldId="263"/>
            <ac:spMk id="2" creationId="{8C6077C0-0BD4-E4ED-66FB-E2895C922CAB}"/>
          </ac:spMkLst>
        </pc:spChg>
        <pc:spChg chg="add del">
          <ac:chgData name="Lenon Fachiano" userId="278cff15e429a339" providerId="Windows Live" clId="Web-{3975ECEE-6DFD-B60A-677F-98CC8DAB6772}" dt="2026-02-05T18:17:35.868" v="1609"/>
          <ac:spMkLst>
            <pc:docMk/>
            <pc:sldMk cId="1249215729" sldId="263"/>
            <ac:spMk id="3" creationId="{E71B3770-CE90-9A93-C688-DCDF9242A408}"/>
          </ac:spMkLst>
        </pc:spChg>
        <pc:spChg chg="add del mod">
          <ac:chgData name="Lenon Fachiano" userId="278cff15e429a339" providerId="Windows Live" clId="Web-{3975ECEE-6DFD-B60A-677F-98CC8DAB6772}" dt="2026-02-05T18:17:21.758" v="1558"/>
          <ac:spMkLst>
            <pc:docMk/>
            <pc:sldMk cId="1249215729" sldId="263"/>
            <ac:spMk id="4" creationId="{D99C7C83-9991-2C4D-90CA-4C0D3A6B70DA}"/>
          </ac:spMkLst>
        </pc:spChg>
        <pc:spChg chg="mod">
          <ac:chgData name="Lenon Fachiano" userId="278cff15e429a339" providerId="Windows Live" clId="Web-{3975ECEE-6DFD-B60A-677F-98CC8DAB6772}" dt="2026-02-05T16:07:26.619" v="63" actId="20577"/>
          <ac:spMkLst>
            <pc:docMk/>
            <pc:sldMk cId="1249215729" sldId="263"/>
            <ac:spMk id="8" creationId="{007D3597-26CC-BE7C-EE9F-E4051F92038B}"/>
          </ac:spMkLst>
        </pc:spChg>
        <pc:spChg chg="add del">
          <ac:chgData name="Lenon Fachiano" userId="278cff15e429a339" providerId="Windows Live" clId="Web-{3975ECEE-6DFD-B60A-677F-98CC8DAB6772}" dt="2026-02-05T18:17:35.868" v="1604"/>
          <ac:spMkLst>
            <pc:docMk/>
            <pc:sldMk cId="1249215729" sldId="263"/>
            <ac:spMk id="12" creationId="{C1985444-5CC3-5DFF-BD5C-3AD15761ECCF}"/>
          </ac:spMkLst>
        </pc:spChg>
        <pc:spChg chg="add del">
          <ac:chgData name="Lenon Fachiano" userId="278cff15e429a339" providerId="Windows Live" clId="Web-{3975ECEE-6DFD-B60A-677F-98CC8DAB6772}" dt="2026-02-05T18:17:35.868" v="1608"/>
          <ac:spMkLst>
            <pc:docMk/>
            <pc:sldMk cId="1249215729" sldId="263"/>
            <ac:spMk id="14" creationId="{00804771-3489-01E7-3902-C4A2D46D4B31}"/>
          </ac:spMkLst>
        </pc:spChg>
        <pc:spChg chg="add del">
          <ac:chgData name="Lenon Fachiano" userId="278cff15e429a339" providerId="Windows Live" clId="Web-{3975ECEE-6DFD-B60A-677F-98CC8DAB6772}" dt="2026-02-05T18:17:35.868" v="1607"/>
          <ac:spMkLst>
            <pc:docMk/>
            <pc:sldMk cId="1249215729" sldId="263"/>
            <ac:spMk id="15" creationId="{A37E9DD6-1B8F-C22E-F7F3-1CA58E33AC05}"/>
          </ac:spMkLst>
        </pc:spChg>
        <pc:spChg chg="add del">
          <ac:chgData name="Lenon Fachiano" userId="278cff15e429a339" providerId="Windows Live" clId="Web-{3975ECEE-6DFD-B60A-677F-98CC8DAB6772}" dt="2026-02-05T18:17:35.868" v="1606"/>
          <ac:spMkLst>
            <pc:docMk/>
            <pc:sldMk cId="1249215729" sldId="263"/>
            <ac:spMk id="16" creationId="{F9BCBBDA-1F19-211D-27ED-5D62A499693A}"/>
          </ac:spMkLst>
        </pc:spChg>
        <pc:spChg chg="add del">
          <ac:chgData name="Lenon Fachiano" userId="278cff15e429a339" providerId="Windows Live" clId="Web-{3975ECEE-6DFD-B60A-677F-98CC8DAB6772}" dt="2026-02-05T18:17:35.868" v="1602"/>
          <ac:spMkLst>
            <pc:docMk/>
            <pc:sldMk cId="1249215729" sldId="263"/>
            <ac:spMk id="17" creationId="{80BE6E27-2924-12BA-49D0-8C90D4F87C6D}"/>
          </ac:spMkLst>
        </pc:spChg>
        <pc:spChg chg="add del">
          <ac:chgData name="Lenon Fachiano" userId="278cff15e429a339" providerId="Windows Live" clId="Web-{3975ECEE-6DFD-B60A-677F-98CC8DAB6772}" dt="2026-02-05T18:17:35.868" v="1599"/>
          <ac:spMkLst>
            <pc:docMk/>
            <pc:sldMk cId="1249215729" sldId="263"/>
            <ac:spMk id="23" creationId="{EEC117C8-0E9F-FB16-26F7-4E26777F20EA}"/>
          </ac:spMkLst>
        </pc:spChg>
        <pc:spChg chg="mod">
          <ac:chgData name="Lenon Fachiano" userId="278cff15e429a339" providerId="Windows Live" clId="Web-{3975ECEE-6DFD-B60A-677F-98CC8DAB6772}" dt="2026-02-05T16:07:33.291" v="65" actId="20577"/>
          <ac:spMkLst>
            <pc:docMk/>
            <pc:sldMk cId="1249215729" sldId="263"/>
            <ac:spMk id="24" creationId="{FF9813A3-8C4C-F3D4-351A-E4B6DE6B0C0A}"/>
          </ac:spMkLst>
        </pc:spChg>
        <pc:spChg chg="mod">
          <ac:chgData name="Lenon Fachiano" userId="278cff15e429a339" providerId="Windows Live" clId="Web-{3975ECEE-6DFD-B60A-677F-98CC8DAB6772}" dt="2026-02-05T16:07:42.244" v="67" actId="20577"/>
          <ac:spMkLst>
            <pc:docMk/>
            <pc:sldMk cId="1249215729" sldId="263"/>
            <ac:spMk id="25" creationId="{46CFE371-8244-45B8-085C-9F2E62EA4102}"/>
          </ac:spMkLst>
        </pc:spChg>
        <pc:spChg chg="add del">
          <ac:chgData name="Lenon Fachiano" userId="278cff15e429a339" providerId="Windows Live" clId="Web-{3975ECEE-6DFD-B60A-677F-98CC8DAB6772}" dt="2026-02-05T18:17:35.868" v="1601"/>
          <ac:spMkLst>
            <pc:docMk/>
            <pc:sldMk cId="1249215729" sldId="263"/>
            <ac:spMk id="26" creationId="{AE6C4BF6-3B6A-2D40-460F-6EA190DF22BD}"/>
          </ac:spMkLst>
        </pc:spChg>
        <pc:spChg chg="mod">
          <ac:chgData name="Lenon Fachiano" userId="278cff15e429a339" providerId="Windows Live" clId="Web-{3975ECEE-6DFD-B60A-677F-98CC8DAB6772}" dt="2026-02-05T16:07:47.572" v="68" actId="20577"/>
          <ac:spMkLst>
            <pc:docMk/>
            <pc:sldMk cId="1249215729" sldId="263"/>
            <ac:spMk id="27" creationId="{1261C134-54CD-968C-F0C1-9D1A962DAC09}"/>
          </ac:spMkLst>
        </pc:spChg>
        <pc:spChg chg="add del">
          <ac:chgData name="Lenon Fachiano" userId="278cff15e429a339" providerId="Windows Live" clId="Web-{3975ECEE-6DFD-B60A-677F-98CC8DAB6772}" dt="2026-02-05T18:17:35.868" v="1600"/>
          <ac:spMkLst>
            <pc:docMk/>
            <pc:sldMk cId="1249215729" sldId="263"/>
            <ac:spMk id="28" creationId="{1C4DE9A2-7720-D024-21E5-A640176A043A}"/>
          </ac:spMkLst>
        </pc:spChg>
        <pc:spChg chg="mod">
          <ac:chgData name="Lenon Fachiano" userId="278cff15e429a339" providerId="Windows Live" clId="Web-{3975ECEE-6DFD-B60A-677F-98CC8DAB6772}" dt="2026-02-05T16:07:37.744" v="66" actId="20577"/>
          <ac:spMkLst>
            <pc:docMk/>
            <pc:sldMk cId="1249215729" sldId="263"/>
            <ac:spMk id="29" creationId="{0F4956B6-3613-5FC3-09F8-787C3C6A6C01}"/>
          </ac:spMkLst>
        </pc:spChg>
        <pc:spChg chg="mod">
          <ac:chgData name="Lenon Fachiano" userId="278cff15e429a339" providerId="Windows Live" clId="Web-{3975ECEE-6DFD-B60A-677F-98CC8DAB6772}" dt="2026-02-05T16:07:52.291" v="69" actId="20577"/>
          <ac:spMkLst>
            <pc:docMk/>
            <pc:sldMk cId="1249215729" sldId="263"/>
            <ac:spMk id="30" creationId="{F2FED4C6-A835-BCAC-3558-8CB9F11F4CE0}"/>
          </ac:spMkLst>
        </pc:spChg>
        <pc:spChg chg="mod">
          <ac:chgData name="Lenon Fachiano" userId="278cff15e429a339" providerId="Windows Live" clId="Web-{3975ECEE-6DFD-B60A-677F-98CC8DAB6772}" dt="2026-02-05T16:07:59.745" v="70" actId="20577"/>
          <ac:spMkLst>
            <pc:docMk/>
            <pc:sldMk cId="1249215729" sldId="263"/>
            <ac:spMk id="31" creationId="{034203E5-84EA-86C9-AC17-61AA1126972F}"/>
          </ac:spMkLst>
        </pc:spChg>
        <pc:grpChg chg="add del">
          <ac:chgData name="Lenon Fachiano" userId="278cff15e429a339" providerId="Windows Live" clId="Web-{3975ECEE-6DFD-B60A-677F-98CC8DAB6772}" dt="2026-02-05T18:17:30.634" v="1586"/>
          <ac:grpSpMkLst>
            <pc:docMk/>
            <pc:sldMk cId="1249215729" sldId="263"/>
            <ac:grpSpMk id="5" creationId="{08B42E75-44B0-0813-27A6-83B33931F0C3}"/>
          </ac:grpSpMkLst>
        </pc:grpChg>
        <pc:cxnChg chg="add del">
          <ac:chgData name="Lenon Fachiano" userId="278cff15e429a339" providerId="Windows Live" clId="Web-{3975ECEE-6DFD-B60A-677F-98CC8DAB6772}" dt="2026-02-05T18:17:21.774" v="1560"/>
          <ac:cxnSpMkLst>
            <pc:docMk/>
            <pc:sldMk cId="1249215729" sldId="263"/>
            <ac:cxnSpMk id="9" creationId="{7589343E-6C3F-2034-FA6E-8066AC7B7B8A}"/>
          </ac:cxnSpMkLst>
        </pc:cxnChg>
        <pc:cxnChg chg="add del">
          <ac:chgData name="Lenon Fachiano" userId="278cff15e429a339" providerId="Windows Live" clId="Web-{3975ECEE-6DFD-B60A-677F-98CC8DAB6772}" dt="2026-02-05T18:17:35.868" v="1605"/>
          <ac:cxnSpMkLst>
            <pc:docMk/>
            <pc:sldMk cId="1249215729" sldId="263"/>
            <ac:cxnSpMk id="11" creationId="{F5A0D349-6CFB-494D-0136-2686655CAFB8}"/>
          </ac:cxnSpMkLst>
        </pc:cxnChg>
        <pc:cxnChg chg="add del">
          <ac:chgData name="Lenon Fachiano" userId="278cff15e429a339" providerId="Windows Live" clId="Web-{3975ECEE-6DFD-B60A-677F-98CC8DAB6772}" dt="2026-02-05T18:17:35.868" v="1603"/>
          <ac:cxnSpMkLst>
            <pc:docMk/>
            <pc:sldMk cId="1249215729" sldId="263"/>
            <ac:cxnSpMk id="13" creationId="{6BC12BC8-2DD6-9BD0-2A57-DBAF7C6B367F}"/>
          </ac:cxnSpMkLst>
        </pc:cxnChg>
      </pc:sldChg>
      <pc:sldChg chg="add del replId">
        <pc:chgData name="Lenon Fachiano" userId="278cff15e429a339" providerId="Windows Live" clId="Web-{3975ECEE-6DFD-B60A-677F-98CC8DAB6772}" dt="2026-02-05T16:04:46.397" v="44"/>
        <pc:sldMkLst>
          <pc:docMk/>
          <pc:sldMk cId="61382185" sldId="264"/>
        </pc:sldMkLst>
      </pc:sldChg>
      <pc:sldChg chg="addSp delSp add replId">
        <pc:chgData name="Lenon Fachiano" userId="278cff15e429a339" providerId="Windows Live" clId="Web-{3975ECEE-6DFD-B60A-677F-98CC8DAB6772}" dt="2026-02-05T17:38:22.625" v="1445"/>
        <pc:sldMkLst>
          <pc:docMk/>
          <pc:sldMk cId="1711986570" sldId="264"/>
        </pc:sldMkLst>
        <pc:spChg chg="del">
          <ac:chgData name="Lenon Fachiano" userId="278cff15e429a339" providerId="Windows Live" clId="Web-{3975ECEE-6DFD-B60A-677F-98CC8DAB6772}" dt="2026-02-05T17:38:21.984" v="1444"/>
          <ac:spMkLst>
            <pc:docMk/>
            <pc:sldMk cId="1711986570" sldId="264"/>
            <ac:spMk id="14" creationId="{D86C0189-6FE5-3928-3B8B-8AC334DC6EB7}"/>
          </ac:spMkLst>
        </pc:spChg>
        <pc:spChg chg="add">
          <ac:chgData name="Lenon Fachiano" userId="278cff15e429a339" providerId="Windows Live" clId="Web-{3975ECEE-6DFD-B60A-677F-98CC8DAB6772}" dt="2026-02-05T17:38:22.625" v="1445"/>
          <ac:spMkLst>
            <pc:docMk/>
            <pc:sldMk cId="1711986570" sldId="264"/>
            <ac:spMk id="18" creationId="{06B55343-8AAB-821F-D4FC-06BAAB83C9AE}"/>
          </ac:spMkLst>
        </pc:spChg>
      </pc:sldChg>
      <pc:sldChg chg="del">
        <pc:chgData name="Lenon Fachiano" userId="278cff15e429a339" providerId="Windows Live" clId="Web-{3975ECEE-6DFD-B60A-677F-98CC8DAB6772}" dt="2026-02-05T15:59:13.027" v="0"/>
        <pc:sldMkLst>
          <pc:docMk/>
          <pc:sldMk cId="2440424461" sldId="264"/>
        </pc:sldMkLst>
      </pc:sldChg>
      <pc:sldChg chg="addSp delSp modSp add replId">
        <pc:chgData name="Lenon Fachiano" userId="278cff15e429a339" providerId="Windows Live" clId="Web-{3975ECEE-6DFD-B60A-677F-98CC8DAB6772}" dt="2026-02-05T16:14:20.522" v="235" actId="1076"/>
        <pc:sldMkLst>
          <pc:docMk/>
          <pc:sldMk cId="2776773257" sldId="265"/>
        </pc:sldMkLst>
        <pc:spChg chg="add mod">
          <ac:chgData name="Lenon Fachiano" userId="278cff15e429a339" providerId="Windows Live" clId="Web-{3975ECEE-6DFD-B60A-677F-98CC8DAB6772}" dt="2026-02-05T16:12:23.461" v="148"/>
          <ac:spMkLst>
            <pc:docMk/>
            <pc:sldMk cId="2776773257" sldId="265"/>
            <ac:spMk id="3" creationId="{48E9037B-5907-7415-B493-5AF844C0D2C7}"/>
          </ac:spMkLst>
        </pc:spChg>
        <pc:spChg chg="del">
          <ac:chgData name="Lenon Fachiano" userId="278cff15e429a339" providerId="Windows Live" clId="Web-{3975ECEE-6DFD-B60A-677F-98CC8DAB6772}" dt="2026-02-05T16:10:05.059" v="74"/>
          <ac:spMkLst>
            <pc:docMk/>
            <pc:sldMk cId="2776773257" sldId="265"/>
            <ac:spMk id="11" creationId="{8269B07D-430A-AB6D-F999-2AEC9A0E6176}"/>
          </ac:spMkLst>
        </pc:spChg>
        <pc:spChg chg="del">
          <ac:chgData name="Lenon Fachiano" userId="278cff15e429a339" providerId="Windows Live" clId="Web-{3975ECEE-6DFD-B60A-677F-98CC8DAB6772}" dt="2026-02-05T16:10:06.231" v="75"/>
          <ac:spMkLst>
            <pc:docMk/>
            <pc:sldMk cId="2776773257" sldId="265"/>
            <ac:spMk id="12" creationId="{E7344BF5-172C-900B-3575-A45DDADC96B8}"/>
          </ac:spMkLst>
        </pc:spChg>
        <pc:spChg chg="del">
          <ac:chgData name="Lenon Fachiano" userId="278cff15e429a339" providerId="Windows Live" clId="Web-{3975ECEE-6DFD-B60A-677F-98CC8DAB6772}" dt="2026-02-05T16:10:08.371" v="76"/>
          <ac:spMkLst>
            <pc:docMk/>
            <pc:sldMk cId="2776773257" sldId="265"/>
            <ac:spMk id="13" creationId="{3FA1E644-856F-4B54-564C-676806CFDC79}"/>
          </ac:spMkLst>
        </pc:spChg>
        <pc:spChg chg="add mod">
          <ac:chgData name="Lenon Fachiano" userId="278cff15e429a339" providerId="Windows Live" clId="Web-{3975ECEE-6DFD-B60A-677F-98CC8DAB6772}" dt="2026-02-05T16:14:20.507" v="232" actId="1076"/>
          <ac:spMkLst>
            <pc:docMk/>
            <pc:sldMk cId="2776773257" sldId="265"/>
            <ac:spMk id="15" creationId="{715C6F1D-1EFC-7914-F8E5-AA4B4A2C92CB}"/>
          </ac:spMkLst>
        </pc:spChg>
        <pc:spChg chg="add mod">
          <ac:chgData name="Lenon Fachiano" userId="278cff15e429a339" providerId="Windows Live" clId="Web-{3975ECEE-6DFD-B60A-677F-98CC8DAB6772}" dt="2026-02-05T16:14:20.507" v="233" actId="1076"/>
          <ac:spMkLst>
            <pc:docMk/>
            <pc:sldMk cId="2776773257" sldId="265"/>
            <ac:spMk id="16" creationId="{BFCBA775-3268-5CF6-5A69-83599AE6A3BD}"/>
          </ac:spMkLst>
        </pc:spChg>
        <pc:spChg chg="add mod">
          <ac:chgData name="Lenon Fachiano" userId="278cff15e429a339" providerId="Windows Live" clId="Web-{3975ECEE-6DFD-B60A-677F-98CC8DAB6772}" dt="2026-02-05T16:14:20.522" v="234" actId="1076"/>
          <ac:spMkLst>
            <pc:docMk/>
            <pc:sldMk cId="2776773257" sldId="265"/>
            <ac:spMk id="17" creationId="{361DB939-F829-0D95-88FF-7D49E860CBB2}"/>
          </ac:spMkLst>
        </pc:spChg>
        <pc:spChg chg="add mod">
          <ac:chgData name="Lenon Fachiano" userId="278cff15e429a339" providerId="Windows Live" clId="Web-{3975ECEE-6DFD-B60A-677F-98CC8DAB6772}" dt="2026-02-05T16:14:20.522" v="235" actId="1076"/>
          <ac:spMkLst>
            <pc:docMk/>
            <pc:sldMk cId="2776773257" sldId="265"/>
            <ac:spMk id="18" creationId="{FEAECA1A-E100-E638-1218-437AAD8F4BBB}"/>
          </ac:spMkLst>
        </pc:spChg>
        <pc:picChg chg="del">
          <ac:chgData name="Lenon Fachiano" userId="278cff15e429a339" providerId="Windows Live" clId="Web-{3975ECEE-6DFD-B60A-677F-98CC8DAB6772}" dt="2026-02-05T16:10:02.699" v="73"/>
          <ac:picMkLst>
            <pc:docMk/>
            <pc:sldMk cId="2776773257" sldId="265"/>
            <ac:picMk id="10" creationId="{3CF374AF-5263-467A-2874-3D24DCC3A505}"/>
          </ac:picMkLst>
        </pc:picChg>
      </pc:sldChg>
      <pc:sldChg chg="addSp delSp modSp add replId">
        <pc:chgData name="Lenon Fachiano" userId="278cff15e429a339" providerId="Windows Live" clId="Web-{3975ECEE-6DFD-B60A-677F-98CC8DAB6772}" dt="2026-02-05T16:19:50.042" v="605" actId="1076"/>
        <pc:sldMkLst>
          <pc:docMk/>
          <pc:sldMk cId="2069357449" sldId="266"/>
        </pc:sldMkLst>
        <pc:spChg chg="del">
          <ac:chgData name="Lenon Fachiano" userId="278cff15e429a339" providerId="Windows Live" clId="Web-{3975ECEE-6DFD-B60A-677F-98CC8DAB6772}" dt="2026-02-05T16:15:10.714" v="242"/>
          <ac:spMkLst>
            <pc:docMk/>
            <pc:sldMk cId="2069357449" sldId="266"/>
            <ac:spMk id="3" creationId="{0B4EB511-7563-D6B5-9D6F-74E40731A8FF}"/>
          </ac:spMkLst>
        </pc:spChg>
        <pc:spChg chg="add mod">
          <ac:chgData name="Lenon Fachiano" userId="278cff15e429a339" providerId="Windows Live" clId="Web-{3975ECEE-6DFD-B60A-677F-98CC8DAB6772}" dt="2026-02-05T16:17:17.582" v="368" actId="20577"/>
          <ac:spMkLst>
            <pc:docMk/>
            <pc:sldMk cId="2069357449" sldId="266"/>
            <ac:spMk id="10" creationId="{3CA0F53A-CBB9-A738-B42F-AE36994F7491}"/>
          </ac:spMkLst>
        </pc:spChg>
        <pc:spChg chg="add mod">
          <ac:chgData name="Lenon Fachiano" userId="278cff15e429a339" providerId="Windows Live" clId="Web-{3975ECEE-6DFD-B60A-677F-98CC8DAB6772}" dt="2026-02-05T16:17:12.254" v="362" actId="20577"/>
          <ac:spMkLst>
            <pc:docMk/>
            <pc:sldMk cId="2069357449" sldId="266"/>
            <ac:spMk id="12" creationId="{7EF3F532-AAD3-57FF-4E05-77F4FC9B2E88}"/>
          </ac:spMkLst>
        </pc:spChg>
        <pc:spChg chg="add mod">
          <ac:chgData name="Lenon Fachiano" userId="278cff15e429a339" providerId="Windows Live" clId="Web-{3975ECEE-6DFD-B60A-677F-98CC8DAB6772}" dt="2026-02-05T16:17:36.943" v="400" actId="20577"/>
          <ac:spMkLst>
            <pc:docMk/>
            <pc:sldMk cId="2069357449" sldId="266"/>
            <ac:spMk id="13" creationId="{E1568434-8F0F-77F0-880F-4226FB22B1DD}"/>
          </ac:spMkLst>
        </pc:spChg>
        <pc:spChg chg="add mod">
          <ac:chgData name="Lenon Fachiano" userId="278cff15e429a339" providerId="Windows Live" clId="Web-{3975ECEE-6DFD-B60A-677F-98CC8DAB6772}" dt="2026-02-05T16:18:16.304" v="503" actId="20577"/>
          <ac:spMkLst>
            <pc:docMk/>
            <pc:sldMk cId="2069357449" sldId="266"/>
            <ac:spMk id="14" creationId="{CA5F78BB-AB43-4401-EFD2-DA77151F5286}"/>
          </ac:spMkLst>
        </pc:spChg>
        <pc:spChg chg="del">
          <ac:chgData name="Lenon Fachiano" userId="278cff15e429a339" providerId="Windows Live" clId="Web-{3975ECEE-6DFD-B60A-677F-98CC8DAB6772}" dt="2026-02-05T16:14:37.774" v="239"/>
          <ac:spMkLst>
            <pc:docMk/>
            <pc:sldMk cId="2069357449" sldId="266"/>
            <ac:spMk id="15" creationId="{A3F7F160-4EF3-B675-EE7A-07B36A0D1E0C}"/>
          </ac:spMkLst>
        </pc:spChg>
        <pc:spChg chg="del">
          <ac:chgData name="Lenon Fachiano" userId="278cff15e429a339" providerId="Windows Live" clId="Web-{3975ECEE-6DFD-B60A-677F-98CC8DAB6772}" dt="2026-02-05T16:14:37.774" v="238"/>
          <ac:spMkLst>
            <pc:docMk/>
            <pc:sldMk cId="2069357449" sldId="266"/>
            <ac:spMk id="16" creationId="{3F15EBA6-FE90-9590-CB30-3E2BDE1A4C5D}"/>
          </ac:spMkLst>
        </pc:spChg>
        <pc:spChg chg="del">
          <ac:chgData name="Lenon Fachiano" userId="278cff15e429a339" providerId="Windows Live" clId="Web-{3975ECEE-6DFD-B60A-677F-98CC8DAB6772}" dt="2026-02-05T16:14:37.774" v="237"/>
          <ac:spMkLst>
            <pc:docMk/>
            <pc:sldMk cId="2069357449" sldId="266"/>
            <ac:spMk id="17" creationId="{E6BF63B4-A9B3-5A89-689F-1C3225D4F4E9}"/>
          </ac:spMkLst>
        </pc:spChg>
        <pc:spChg chg="mod">
          <ac:chgData name="Lenon Fachiano" userId="278cff15e429a339" providerId="Windows Live" clId="Web-{3975ECEE-6DFD-B60A-677F-98CC8DAB6772}" dt="2026-02-05T16:15:08.152" v="241" actId="1076"/>
          <ac:spMkLst>
            <pc:docMk/>
            <pc:sldMk cId="2069357449" sldId="266"/>
            <ac:spMk id="18" creationId="{F28D4232-7D97-4096-D427-59F7F13C6FF6}"/>
          </ac:spMkLst>
        </pc:spChg>
        <pc:spChg chg="add mod">
          <ac:chgData name="Lenon Fachiano" userId="278cff15e429a339" providerId="Windows Live" clId="Web-{3975ECEE-6DFD-B60A-677F-98CC8DAB6772}" dt="2026-02-05T16:19:50.027" v="604" actId="1076"/>
          <ac:spMkLst>
            <pc:docMk/>
            <pc:sldMk cId="2069357449" sldId="266"/>
            <ac:spMk id="19" creationId="{FCDF4EAB-CEE5-434F-1930-16C22C502964}"/>
          </ac:spMkLst>
        </pc:spChg>
        <pc:spChg chg="add mod">
          <ac:chgData name="Lenon Fachiano" userId="278cff15e429a339" providerId="Windows Live" clId="Web-{3975ECEE-6DFD-B60A-677F-98CC8DAB6772}" dt="2026-02-05T16:19:50.042" v="605" actId="1076"/>
          <ac:spMkLst>
            <pc:docMk/>
            <pc:sldMk cId="2069357449" sldId="266"/>
            <ac:spMk id="20" creationId="{18E0BA62-EC8F-B89B-8ABF-2AEA1E06EC08}"/>
          </ac:spMkLst>
        </pc:spChg>
      </pc:sldChg>
      <pc:sldChg chg="addSp delSp modSp add replId">
        <pc:chgData name="Lenon Fachiano" userId="278cff15e429a339" providerId="Windows Live" clId="Web-{3975ECEE-6DFD-B60A-677F-98CC8DAB6772}" dt="2026-02-05T16:29:08.060" v="857" actId="1076"/>
        <pc:sldMkLst>
          <pc:docMk/>
          <pc:sldMk cId="1670448245" sldId="267"/>
        </pc:sldMkLst>
        <pc:spChg chg="add mod">
          <ac:chgData name="Lenon Fachiano" userId="278cff15e429a339" providerId="Windows Live" clId="Web-{3975ECEE-6DFD-B60A-677F-98CC8DAB6772}" dt="2026-02-05T16:24:36.050" v="773" actId="1076"/>
          <ac:spMkLst>
            <pc:docMk/>
            <pc:sldMk cId="1670448245" sldId="267"/>
            <ac:spMk id="2" creationId="{E0F4BBF2-C583-2EF5-FF7F-5248F0E06DA2}"/>
          </ac:spMkLst>
        </pc:spChg>
        <pc:spChg chg="add mod">
          <ac:chgData name="Lenon Fachiano" userId="278cff15e429a339" providerId="Windows Live" clId="Web-{3975ECEE-6DFD-B60A-677F-98CC8DAB6772}" dt="2026-02-05T16:25:09.988" v="804" actId="1076"/>
          <ac:spMkLst>
            <pc:docMk/>
            <pc:sldMk cId="1670448245" sldId="267"/>
            <ac:spMk id="3" creationId="{3103F6D3-1740-45F6-523A-B1F74CAA4874}"/>
          </ac:spMkLst>
        </pc:spChg>
        <pc:spChg chg="mod">
          <ac:chgData name="Lenon Fachiano" userId="278cff15e429a339" providerId="Windows Live" clId="Web-{3975ECEE-6DFD-B60A-677F-98CC8DAB6772}" dt="2026-02-05T16:24:07.299" v="761" actId="20577"/>
          <ac:spMkLst>
            <pc:docMk/>
            <pc:sldMk cId="1670448245" sldId="267"/>
            <ac:spMk id="10" creationId="{5C02D549-32D8-7B00-8CA3-76BEC8F1D7B5}"/>
          </ac:spMkLst>
        </pc:spChg>
        <pc:spChg chg="add mod">
          <ac:chgData name="Lenon Fachiano" userId="278cff15e429a339" providerId="Windows Live" clId="Web-{3975ECEE-6DFD-B60A-677F-98CC8DAB6772}" dt="2026-02-05T16:25:34.082" v="843" actId="1076"/>
          <ac:spMkLst>
            <pc:docMk/>
            <pc:sldMk cId="1670448245" sldId="267"/>
            <ac:spMk id="11" creationId="{4014849E-D8E1-7ABC-290B-D5F9973FCF63}"/>
          </ac:spMkLst>
        </pc:spChg>
        <pc:spChg chg="del mod">
          <ac:chgData name="Lenon Fachiano" userId="278cff15e429a339" providerId="Windows Live" clId="Web-{3975ECEE-6DFD-B60A-677F-98CC8DAB6772}" dt="2026-02-05T16:24:08.737" v="762"/>
          <ac:spMkLst>
            <pc:docMk/>
            <pc:sldMk cId="1670448245" sldId="267"/>
            <ac:spMk id="12" creationId="{EE6EB683-4F56-AB08-7F6F-768736323DE7}"/>
          </ac:spMkLst>
        </pc:spChg>
        <pc:spChg chg="del">
          <ac:chgData name="Lenon Fachiano" userId="278cff15e429a339" providerId="Windows Live" clId="Web-{3975ECEE-6DFD-B60A-677F-98CC8DAB6772}" dt="2026-02-05T16:21:53.905" v="640"/>
          <ac:spMkLst>
            <pc:docMk/>
            <pc:sldMk cId="1670448245" sldId="267"/>
            <ac:spMk id="13" creationId="{F032B7A8-40C5-A4C3-D92F-CBA047514CDF}"/>
          </ac:spMkLst>
        </pc:spChg>
        <pc:spChg chg="del">
          <ac:chgData name="Lenon Fachiano" userId="278cff15e429a339" providerId="Windows Live" clId="Web-{3975ECEE-6DFD-B60A-677F-98CC8DAB6772}" dt="2026-02-05T16:21:52.202" v="639"/>
          <ac:spMkLst>
            <pc:docMk/>
            <pc:sldMk cId="1670448245" sldId="267"/>
            <ac:spMk id="14" creationId="{86FC742A-20DA-7CE6-23CF-62FFA44E6520}"/>
          </ac:spMkLst>
        </pc:spChg>
        <pc:spChg chg="mod">
          <ac:chgData name="Lenon Fachiano" userId="278cff15e429a339" providerId="Windows Live" clId="Web-{3975ECEE-6DFD-B60A-677F-98CC8DAB6772}" dt="2026-02-05T16:21:46.452" v="636" actId="20577"/>
          <ac:spMkLst>
            <pc:docMk/>
            <pc:sldMk cId="1670448245" sldId="267"/>
            <ac:spMk id="18" creationId="{0A92C9CE-E769-9ABB-9436-D985D405846C}"/>
          </ac:spMkLst>
        </pc:spChg>
        <pc:spChg chg="del">
          <ac:chgData name="Lenon Fachiano" userId="278cff15e429a339" providerId="Windows Live" clId="Web-{3975ECEE-6DFD-B60A-677F-98CC8DAB6772}" dt="2026-02-05T16:21:51.093" v="638"/>
          <ac:spMkLst>
            <pc:docMk/>
            <pc:sldMk cId="1670448245" sldId="267"/>
            <ac:spMk id="19" creationId="{22E10485-9A2E-94B7-1CC9-19DAE90A27DD}"/>
          </ac:spMkLst>
        </pc:spChg>
        <pc:spChg chg="del">
          <ac:chgData name="Lenon Fachiano" userId="278cff15e429a339" providerId="Windows Live" clId="Web-{3975ECEE-6DFD-B60A-677F-98CC8DAB6772}" dt="2026-02-05T16:21:49.718" v="637"/>
          <ac:spMkLst>
            <pc:docMk/>
            <pc:sldMk cId="1670448245" sldId="267"/>
            <ac:spMk id="20" creationId="{11DD9CCB-8643-497C-06EE-288DAC48F008}"/>
          </ac:spMkLst>
        </pc:spChg>
        <pc:picChg chg="add mod">
          <ac:chgData name="Lenon Fachiano" userId="278cff15e429a339" providerId="Windows Live" clId="Web-{3975ECEE-6DFD-B60A-677F-98CC8DAB6772}" dt="2026-02-05T16:28:19.194" v="848" actId="1076"/>
          <ac:picMkLst>
            <pc:docMk/>
            <pc:sldMk cId="1670448245" sldId="267"/>
            <ac:picMk id="15" creationId="{1C94E591-0273-C4BE-627F-632723DF56CC}"/>
          </ac:picMkLst>
        </pc:picChg>
        <pc:picChg chg="add mod">
          <ac:chgData name="Lenon Fachiano" userId="278cff15e429a339" providerId="Windows Live" clId="Web-{3975ECEE-6DFD-B60A-677F-98CC8DAB6772}" dt="2026-02-05T16:28:26.413" v="850" actId="1076"/>
          <ac:picMkLst>
            <pc:docMk/>
            <pc:sldMk cId="1670448245" sldId="267"/>
            <ac:picMk id="16" creationId="{E8351495-FD4C-F551-648C-4F87425E13FD}"/>
          </ac:picMkLst>
        </pc:picChg>
        <pc:picChg chg="add mod">
          <ac:chgData name="Lenon Fachiano" userId="278cff15e429a339" providerId="Windows Live" clId="Web-{3975ECEE-6DFD-B60A-677F-98CC8DAB6772}" dt="2026-02-05T16:28:29.070" v="852" actId="1076"/>
          <ac:picMkLst>
            <pc:docMk/>
            <pc:sldMk cId="1670448245" sldId="267"/>
            <ac:picMk id="17" creationId="{993A8CD6-031A-9F9A-C8BC-3715C7812FB9}"/>
          </ac:picMkLst>
        </pc:picChg>
        <pc:picChg chg="add mod">
          <ac:chgData name="Lenon Fachiano" userId="278cff15e429a339" providerId="Windows Live" clId="Web-{3975ECEE-6DFD-B60A-677F-98CC8DAB6772}" dt="2026-02-05T16:29:08.060" v="857" actId="1076"/>
          <ac:picMkLst>
            <pc:docMk/>
            <pc:sldMk cId="1670448245" sldId="267"/>
            <ac:picMk id="21" creationId="{3E9158ED-DE09-3BD9-7DE9-D2185F0B5B9A}"/>
          </ac:picMkLst>
        </pc:picChg>
      </pc:sldChg>
      <pc:sldChg chg="addSp delSp modSp add replId">
        <pc:chgData name="Lenon Fachiano" userId="278cff15e429a339" providerId="Windows Live" clId="Web-{3975ECEE-6DFD-B60A-677F-98CC8DAB6772}" dt="2026-02-05T17:16:27.081" v="979" actId="20577"/>
        <pc:sldMkLst>
          <pc:docMk/>
          <pc:sldMk cId="1739902394" sldId="268"/>
        </pc:sldMkLst>
        <pc:spChg chg="del">
          <ac:chgData name="Lenon Fachiano" userId="278cff15e429a339" providerId="Windows Live" clId="Web-{3975ECEE-6DFD-B60A-677F-98CC8DAB6772}" dt="2026-02-05T17:12:02.624" v="863"/>
          <ac:spMkLst>
            <pc:docMk/>
            <pc:sldMk cId="1739902394" sldId="268"/>
            <ac:spMk id="2" creationId="{FFCEF09B-3011-E527-F08C-03FBB6979922}"/>
          </ac:spMkLst>
        </pc:spChg>
        <pc:spChg chg="del">
          <ac:chgData name="Lenon Fachiano" userId="278cff15e429a339" providerId="Windows Live" clId="Web-{3975ECEE-6DFD-B60A-677F-98CC8DAB6772}" dt="2026-02-05T17:12:03.515" v="864"/>
          <ac:spMkLst>
            <pc:docMk/>
            <pc:sldMk cId="1739902394" sldId="268"/>
            <ac:spMk id="3" creationId="{B9FD983C-2B7B-DB50-053C-8977CC778D86}"/>
          </ac:spMkLst>
        </pc:spChg>
        <pc:spChg chg="mod">
          <ac:chgData name="Lenon Fachiano" userId="278cff15e429a339" providerId="Windows Live" clId="Web-{3975ECEE-6DFD-B60A-677F-98CC8DAB6772}" dt="2026-02-05T17:14:09.657" v="948" actId="20577"/>
          <ac:spMkLst>
            <pc:docMk/>
            <pc:sldMk cId="1739902394" sldId="268"/>
            <ac:spMk id="10" creationId="{D9B5C52D-833B-16B4-4D88-70F42125769F}"/>
          </ac:spMkLst>
        </pc:spChg>
        <pc:spChg chg="del">
          <ac:chgData name="Lenon Fachiano" userId="278cff15e429a339" providerId="Windows Live" clId="Web-{3975ECEE-6DFD-B60A-677F-98CC8DAB6772}" dt="2026-02-05T17:11:59.093" v="859"/>
          <ac:spMkLst>
            <pc:docMk/>
            <pc:sldMk cId="1739902394" sldId="268"/>
            <ac:spMk id="11" creationId="{8B676F08-0F44-F32C-4571-42CE8B4114A2}"/>
          </ac:spMkLst>
        </pc:spChg>
        <pc:spChg chg="add mod">
          <ac:chgData name="Lenon Fachiano" userId="278cff15e429a339" providerId="Windows Live" clId="Web-{3975ECEE-6DFD-B60A-677F-98CC8DAB6772}" dt="2026-02-05T17:16:27.081" v="979" actId="20577"/>
          <ac:spMkLst>
            <pc:docMk/>
            <pc:sldMk cId="1739902394" sldId="268"/>
            <ac:spMk id="12" creationId="{6E1E8CAE-6263-7CC7-3AB1-0F82705B79FD}"/>
          </ac:spMkLst>
        </pc:spChg>
        <pc:spChg chg="mod">
          <ac:chgData name="Lenon Fachiano" userId="278cff15e429a339" providerId="Windows Live" clId="Web-{3975ECEE-6DFD-B60A-677F-98CC8DAB6772}" dt="2026-02-05T17:12:16.906" v="881" actId="20577"/>
          <ac:spMkLst>
            <pc:docMk/>
            <pc:sldMk cId="1739902394" sldId="268"/>
            <ac:spMk id="18" creationId="{DD086206-E24E-FFE7-986E-D50234765F56}"/>
          </ac:spMkLst>
        </pc:spChg>
        <pc:picChg chg="del">
          <ac:chgData name="Lenon Fachiano" userId="278cff15e429a339" providerId="Windows Live" clId="Web-{3975ECEE-6DFD-B60A-677F-98CC8DAB6772}" dt="2026-02-05T17:12:04.796" v="865"/>
          <ac:picMkLst>
            <pc:docMk/>
            <pc:sldMk cId="1739902394" sldId="268"/>
            <ac:picMk id="15" creationId="{EF7FF59D-EF12-00E2-2ABB-D2FC3944FC1B}"/>
          </ac:picMkLst>
        </pc:picChg>
        <pc:picChg chg="del">
          <ac:chgData name="Lenon Fachiano" userId="278cff15e429a339" providerId="Windows Live" clId="Web-{3975ECEE-6DFD-B60A-677F-98CC8DAB6772}" dt="2026-02-05T17:12:01.374" v="862"/>
          <ac:picMkLst>
            <pc:docMk/>
            <pc:sldMk cId="1739902394" sldId="268"/>
            <ac:picMk id="16" creationId="{F57F4D6F-096F-2602-FADD-9225C210FEFD}"/>
          </ac:picMkLst>
        </pc:picChg>
        <pc:picChg chg="del">
          <ac:chgData name="Lenon Fachiano" userId="278cff15e429a339" providerId="Windows Live" clId="Web-{3975ECEE-6DFD-B60A-677F-98CC8DAB6772}" dt="2026-02-05T17:12:00.624" v="861"/>
          <ac:picMkLst>
            <pc:docMk/>
            <pc:sldMk cId="1739902394" sldId="268"/>
            <ac:picMk id="17" creationId="{17C727CC-39FD-EBC4-5874-6F01EAF6C94B}"/>
          </ac:picMkLst>
        </pc:picChg>
        <pc:picChg chg="del">
          <ac:chgData name="Lenon Fachiano" userId="278cff15e429a339" providerId="Windows Live" clId="Web-{3975ECEE-6DFD-B60A-677F-98CC8DAB6772}" dt="2026-02-05T17:11:59.952" v="860"/>
          <ac:picMkLst>
            <pc:docMk/>
            <pc:sldMk cId="1739902394" sldId="268"/>
            <ac:picMk id="21" creationId="{89DD82B6-ADBF-2A6A-51E3-FBC9C82DCAFB}"/>
          </ac:picMkLst>
        </pc:picChg>
      </pc:sldChg>
      <pc:sldChg chg="addSp delSp modSp add replId">
        <pc:chgData name="Lenon Fachiano" userId="278cff15e429a339" providerId="Windows Live" clId="Web-{3975ECEE-6DFD-B60A-677F-98CC8DAB6772}" dt="2026-02-05T17:29:41.649" v="1395"/>
        <pc:sldMkLst>
          <pc:docMk/>
          <pc:sldMk cId="3052673567" sldId="269"/>
        </pc:sldMkLst>
        <pc:spChg chg="del">
          <ac:chgData name="Lenon Fachiano" userId="278cff15e429a339" providerId="Windows Live" clId="Web-{3975ECEE-6DFD-B60A-677F-98CC8DAB6772}" dt="2026-02-05T17:21:59.682" v="981"/>
          <ac:spMkLst>
            <pc:docMk/>
            <pc:sldMk cId="3052673567" sldId="269"/>
            <ac:spMk id="10" creationId="{9FFF59B4-E681-9157-9FAA-1619F6520441}"/>
          </ac:spMkLst>
        </pc:spChg>
        <pc:spChg chg="del">
          <ac:chgData name="Lenon Fachiano" userId="278cff15e429a339" providerId="Windows Live" clId="Web-{3975ECEE-6DFD-B60A-677F-98CC8DAB6772}" dt="2026-02-05T17:22:01.026" v="982"/>
          <ac:spMkLst>
            <pc:docMk/>
            <pc:sldMk cId="3052673567" sldId="269"/>
            <ac:spMk id="12" creationId="{85740875-C52F-9E74-9A81-B71AD33BCF7B}"/>
          </ac:spMkLst>
        </pc:spChg>
        <pc:graphicFrameChg chg="add del mod modGraphic">
          <ac:chgData name="Lenon Fachiano" userId="278cff15e429a339" providerId="Windows Live" clId="Web-{3975ECEE-6DFD-B60A-677F-98CC8DAB6772}" dt="2026-02-05T17:24:43.111" v="1043"/>
          <ac:graphicFrameMkLst>
            <pc:docMk/>
            <pc:sldMk cId="3052673567" sldId="269"/>
            <ac:graphicFrameMk id="3" creationId="{56654CB6-BD7F-BB56-03D3-1EB505A22995}"/>
          </ac:graphicFrameMkLst>
        </pc:graphicFrameChg>
        <pc:graphicFrameChg chg="add del mod modGraphic">
          <ac:chgData name="Lenon Fachiano" userId="278cff15e429a339" providerId="Windows Live" clId="Web-{3975ECEE-6DFD-B60A-677F-98CC8DAB6772}" dt="2026-02-05T17:25:22.987" v="1074"/>
          <ac:graphicFrameMkLst>
            <pc:docMk/>
            <pc:sldMk cId="3052673567" sldId="269"/>
            <ac:graphicFrameMk id="11" creationId="{53FC1DCF-8CC3-FCFC-3BB9-EF4905F6FA83}"/>
          </ac:graphicFrameMkLst>
        </pc:graphicFrameChg>
        <pc:graphicFrameChg chg="add mod modGraphic">
          <ac:chgData name="Lenon Fachiano" userId="278cff15e429a339" providerId="Windows Live" clId="Web-{3975ECEE-6DFD-B60A-677F-98CC8DAB6772}" dt="2026-02-05T17:29:41.649" v="1395"/>
          <ac:graphicFrameMkLst>
            <pc:docMk/>
            <pc:sldMk cId="3052673567" sldId="269"/>
            <ac:graphicFrameMk id="13" creationId="{CBC745F3-A49F-98A5-393E-C6478C7A8115}"/>
          </ac:graphicFrameMkLst>
        </pc:graphicFrameChg>
        <pc:graphicFrameChg chg="add del mod">
          <ac:chgData name="Lenon Fachiano" userId="278cff15e429a339" providerId="Windows Live" clId="Web-{3975ECEE-6DFD-B60A-677F-98CC8DAB6772}" dt="2026-02-05T17:26:29.301" v="1113"/>
          <ac:graphicFrameMkLst>
            <pc:docMk/>
            <pc:sldMk cId="3052673567" sldId="269"/>
            <ac:graphicFrameMk id="15" creationId="{4E519EF9-1E98-52EB-7532-A78CBD4B1BA6}"/>
          </ac:graphicFrameMkLst>
        </pc:graphicFrameChg>
      </pc:sldChg>
      <pc:sldChg chg="addSp delSp modSp add replId">
        <pc:chgData name="Lenon Fachiano" userId="278cff15e429a339" providerId="Windows Live" clId="Web-{3975ECEE-6DFD-B60A-677F-98CC8DAB6772}" dt="2026-02-05T18:17:06.305" v="1542"/>
        <pc:sldMkLst>
          <pc:docMk/>
          <pc:sldMk cId="3742682478" sldId="270"/>
        </pc:sldMkLst>
        <pc:spChg chg="del">
          <ac:chgData name="Lenon Fachiano" userId="278cff15e429a339" providerId="Windows Live" clId="Web-{3975ECEE-6DFD-B60A-677F-98CC8DAB6772}" dt="2026-02-05T18:17:06.305" v="1542"/>
          <ac:spMkLst>
            <pc:docMk/>
            <pc:sldMk cId="3742682478" sldId="270"/>
            <ac:spMk id="2" creationId="{3819D765-7F3E-4EAC-66F1-EAEBAB285944}"/>
          </ac:spMkLst>
        </pc:spChg>
        <pc:spChg chg="del">
          <ac:chgData name="Lenon Fachiano" userId="278cff15e429a339" providerId="Windows Live" clId="Web-{3975ECEE-6DFD-B60A-677F-98CC8DAB6772}" dt="2026-02-05T18:17:06.305" v="1541"/>
          <ac:spMkLst>
            <pc:docMk/>
            <pc:sldMk cId="3742682478" sldId="270"/>
            <ac:spMk id="3" creationId="{0AAE6A26-33D8-7238-91BA-9C0BEE8C5D8E}"/>
          </ac:spMkLst>
        </pc:spChg>
        <pc:spChg chg="del">
          <ac:chgData name="Lenon Fachiano" userId="278cff15e429a339" providerId="Windows Live" clId="Web-{3975ECEE-6DFD-B60A-677F-98CC8DAB6772}" dt="2026-02-05T18:17:06.305" v="1536"/>
          <ac:spMkLst>
            <pc:docMk/>
            <pc:sldMk cId="3742682478" sldId="270"/>
            <ac:spMk id="12" creationId="{16022A2A-8AE1-2E64-11D1-5C74F02E812D}"/>
          </ac:spMkLst>
        </pc:spChg>
        <pc:spChg chg="del">
          <ac:chgData name="Lenon Fachiano" userId="278cff15e429a339" providerId="Windows Live" clId="Web-{3975ECEE-6DFD-B60A-677F-98CC8DAB6772}" dt="2026-02-05T18:17:06.305" v="1540"/>
          <ac:spMkLst>
            <pc:docMk/>
            <pc:sldMk cId="3742682478" sldId="270"/>
            <ac:spMk id="14" creationId="{7BC40CE4-3496-D506-645C-C0F5867B4D8A}"/>
          </ac:spMkLst>
        </pc:spChg>
        <pc:spChg chg="del">
          <ac:chgData name="Lenon Fachiano" userId="278cff15e429a339" providerId="Windows Live" clId="Web-{3975ECEE-6DFD-B60A-677F-98CC8DAB6772}" dt="2026-02-05T18:17:06.305" v="1539"/>
          <ac:spMkLst>
            <pc:docMk/>
            <pc:sldMk cId="3742682478" sldId="270"/>
            <ac:spMk id="15" creationId="{6DE4A378-26A6-DD93-2A0B-0BD8519C59FD}"/>
          </ac:spMkLst>
        </pc:spChg>
        <pc:spChg chg="del">
          <ac:chgData name="Lenon Fachiano" userId="278cff15e429a339" providerId="Windows Live" clId="Web-{3975ECEE-6DFD-B60A-677F-98CC8DAB6772}" dt="2026-02-05T18:17:06.305" v="1538"/>
          <ac:spMkLst>
            <pc:docMk/>
            <pc:sldMk cId="3742682478" sldId="270"/>
            <ac:spMk id="16" creationId="{DC077468-2C3A-F726-08EF-536194D9BAA8}"/>
          </ac:spMkLst>
        </pc:spChg>
        <pc:spChg chg="del">
          <ac:chgData name="Lenon Fachiano" userId="278cff15e429a339" providerId="Windows Live" clId="Web-{3975ECEE-6DFD-B60A-677F-98CC8DAB6772}" dt="2026-02-05T18:17:06.305" v="1534"/>
          <ac:spMkLst>
            <pc:docMk/>
            <pc:sldMk cId="3742682478" sldId="270"/>
            <ac:spMk id="17" creationId="{9DA0D656-E515-D7BC-F315-E88EDAD51ACB}"/>
          </ac:spMkLst>
        </pc:spChg>
        <pc:spChg chg="add mod">
          <ac:chgData name="Lenon Fachiano" userId="278cff15e429a339" providerId="Windows Live" clId="Web-{3975ECEE-6DFD-B60A-677F-98CC8DAB6772}" dt="2026-02-05T17:43:59.825" v="1519"/>
          <ac:spMkLst>
            <pc:docMk/>
            <pc:sldMk cId="3742682478" sldId="270"/>
            <ac:spMk id="18" creationId="{C8EEBADD-3B7E-BFB7-904C-A1FCC3DF0DBF}"/>
          </ac:spMkLst>
        </pc:spChg>
        <pc:spChg chg="add del mod">
          <ac:chgData name="Lenon Fachiano" userId="278cff15e429a339" providerId="Windows Live" clId="Web-{3975ECEE-6DFD-B60A-677F-98CC8DAB6772}" dt="2026-02-05T18:11:53.363" v="1530"/>
          <ac:spMkLst>
            <pc:docMk/>
            <pc:sldMk cId="3742682478" sldId="270"/>
            <ac:spMk id="20" creationId="{15DCFDAA-98C1-7387-034F-94AAE1C17B2C}"/>
          </ac:spMkLst>
        </pc:spChg>
        <pc:spChg chg="del">
          <ac:chgData name="Lenon Fachiano" userId="278cff15e429a339" providerId="Windows Live" clId="Web-{3975ECEE-6DFD-B60A-677F-98CC8DAB6772}" dt="2026-02-05T18:17:06.305" v="1531"/>
          <ac:spMkLst>
            <pc:docMk/>
            <pc:sldMk cId="3742682478" sldId="270"/>
            <ac:spMk id="23" creationId="{9F55EEA5-08C2-69E6-573D-CED1BF9478A6}"/>
          </ac:spMkLst>
        </pc:spChg>
        <pc:spChg chg="del mod">
          <ac:chgData name="Lenon Fachiano" userId="278cff15e429a339" providerId="Windows Live" clId="Web-{3975ECEE-6DFD-B60A-677F-98CC8DAB6772}" dt="2026-02-05T17:42:15.384" v="1467"/>
          <ac:spMkLst>
            <pc:docMk/>
            <pc:sldMk cId="3742682478" sldId="270"/>
            <ac:spMk id="24" creationId="{A495F008-3511-C417-D3B1-8EEB30FBA37E}"/>
          </ac:spMkLst>
        </pc:spChg>
        <pc:spChg chg="del">
          <ac:chgData name="Lenon Fachiano" userId="278cff15e429a339" providerId="Windows Live" clId="Web-{3975ECEE-6DFD-B60A-677F-98CC8DAB6772}" dt="2026-02-05T17:42:21.072" v="1469"/>
          <ac:spMkLst>
            <pc:docMk/>
            <pc:sldMk cId="3742682478" sldId="270"/>
            <ac:spMk id="25" creationId="{7C3E96D6-BE70-96D4-8059-AB0B1F885D33}"/>
          </ac:spMkLst>
        </pc:spChg>
        <pc:spChg chg="del">
          <ac:chgData name="Lenon Fachiano" userId="278cff15e429a339" providerId="Windows Live" clId="Web-{3975ECEE-6DFD-B60A-677F-98CC8DAB6772}" dt="2026-02-05T18:17:06.305" v="1533"/>
          <ac:spMkLst>
            <pc:docMk/>
            <pc:sldMk cId="3742682478" sldId="270"/>
            <ac:spMk id="26" creationId="{29491FA3-7DF3-5A66-2FFB-E33867F32FF5}"/>
          </ac:spMkLst>
        </pc:spChg>
        <pc:spChg chg="del">
          <ac:chgData name="Lenon Fachiano" userId="278cff15e429a339" providerId="Windows Live" clId="Web-{3975ECEE-6DFD-B60A-677F-98CC8DAB6772}" dt="2026-02-05T17:42:23.088" v="1470"/>
          <ac:spMkLst>
            <pc:docMk/>
            <pc:sldMk cId="3742682478" sldId="270"/>
            <ac:spMk id="27" creationId="{98A73677-C1F5-7F4D-94FE-BA2CF2A47C10}"/>
          </ac:spMkLst>
        </pc:spChg>
        <pc:spChg chg="del">
          <ac:chgData name="Lenon Fachiano" userId="278cff15e429a339" providerId="Windows Live" clId="Web-{3975ECEE-6DFD-B60A-677F-98CC8DAB6772}" dt="2026-02-05T18:17:06.305" v="1532"/>
          <ac:spMkLst>
            <pc:docMk/>
            <pc:sldMk cId="3742682478" sldId="270"/>
            <ac:spMk id="28" creationId="{094C1A37-9BBE-ABB7-EC50-8BB97655D34C}"/>
          </ac:spMkLst>
        </pc:spChg>
        <pc:spChg chg="del">
          <ac:chgData name="Lenon Fachiano" userId="278cff15e429a339" providerId="Windows Live" clId="Web-{3975ECEE-6DFD-B60A-677F-98CC8DAB6772}" dt="2026-02-05T17:42:19.994" v="1468"/>
          <ac:spMkLst>
            <pc:docMk/>
            <pc:sldMk cId="3742682478" sldId="270"/>
            <ac:spMk id="29" creationId="{7E4E215F-8410-0E62-5E8B-063026FDC040}"/>
          </ac:spMkLst>
        </pc:spChg>
        <pc:spChg chg="del">
          <ac:chgData name="Lenon Fachiano" userId="278cff15e429a339" providerId="Windows Live" clId="Web-{3975ECEE-6DFD-B60A-677F-98CC8DAB6772}" dt="2026-02-05T17:42:24.541" v="1471"/>
          <ac:spMkLst>
            <pc:docMk/>
            <pc:sldMk cId="3742682478" sldId="270"/>
            <ac:spMk id="30" creationId="{C4AD869E-AADD-445D-53AA-F94B8A5E9073}"/>
          </ac:spMkLst>
        </pc:spChg>
        <pc:spChg chg="del">
          <ac:chgData name="Lenon Fachiano" userId="278cff15e429a339" providerId="Windows Live" clId="Web-{3975ECEE-6DFD-B60A-677F-98CC8DAB6772}" dt="2026-02-05T17:42:25.853" v="1472"/>
          <ac:spMkLst>
            <pc:docMk/>
            <pc:sldMk cId="3742682478" sldId="270"/>
            <ac:spMk id="31" creationId="{AE3C7CF8-FBF6-21F7-3E79-80B994881F2F}"/>
          </ac:spMkLst>
        </pc:spChg>
        <pc:picChg chg="add mod modCrop">
          <ac:chgData name="Lenon Fachiano" userId="278cff15e429a339" providerId="Windows Live" clId="Web-{3975ECEE-6DFD-B60A-677F-98CC8DAB6772}" dt="2026-02-05T17:47:43.485" v="1529"/>
          <ac:picMkLst>
            <pc:docMk/>
            <pc:sldMk cId="3742682478" sldId="270"/>
            <ac:picMk id="19" creationId="{40AA9603-4AC0-633E-278D-6D3DBF18C81B}"/>
          </ac:picMkLst>
        </pc:picChg>
        <pc:cxnChg chg="del">
          <ac:chgData name="Lenon Fachiano" userId="278cff15e429a339" providerId="Windows Live" clId="Web-{3975ECEE-6DFD-B60A-677F-98CC8DAB6772}" dt="2026-02-05T18:17:06.305" v="1537"/>
          <ac:cxnSpMkLst>
            <pc:docMk/>
            <pc:sldMk cId="3742682478" sldId="270"/>
            <ac:cxnSpMk id="11" creationId="{801A53E8-706C-F0FD-0DFD-3CCBBE08F7D6}"/>
          </ac:cxnSpMkLst>
        </pc:cxnChg>
        <pc:cxnChg chg="del">
          <ac:chgData name="Lenon Fachiano" userId="278cff15e429a339" providerId="Windows Live" clId="Web-{3975ECEE-6DFD-B60A-677F-98CC8DAB6772}" dt="2026-02-05T18:17:06.305" v="1535"/>
          <ac:cxnSpMkLst>
            <pc:docMk/>
            <pc:sldMk cId="3742682478" sldId="270"/>
            <ac:cxnSpMk id="13" creationId="{D5A4A7C2-D464-668A-0161-49EB77A3305B}"/>
          </ac:cxnSpMkLst>
        </pc:cxnChg>
      </pc:sldChg>
      <pc:sldChg chg="addSp delSp modSp add replId">
        <pc:chgData name="Lenon Fachiano" userId="278cff15e429a339" providerId="Windows Live" clId="Web-{3975ECEE-6DFD-B60A-677F-98CC8DAB6772}" dt="2026-02-05T18:28:52.657" v="1694" actId="1076"/>
        <pc:sldMkLst>
          <pc:docMk/>
          <pc:sldMk cId="2090919184" sldId="271"/>
        </pc:sldMkLst>
        <pc:spChg chg="add mod">
          <ac:chgData name="Lenon Fachiano" userId="278cff15e429a339" providerId="Windows Live" clId="Web-{3975ECEE-6DFD-B60A-677F-98CC8DAB6772}" dt="2026-02-05T18:28:34.782" v="1685"/>
          <ac:spMkLst>
            <pc:docMk/>
            <pc:sldMk cId="2090919184" sldId="271"/>
            <ac:spMk id="3" creationId="{00270353-D78D-AF48-7CD7-87DD2F40CA01}"/>
          </ac:spMkLst>
        </pc:spChg>
        <pc:spChg chg="add mod">
          <ac:chgData name="Lenon Fachiano" userId="278cff15e429a339" providerId="Windows Live" clId="Web-{3975ECEE-6DFD-B60A-677F-98CC8DAB6772}" dt="2026-02-05T18:28:45.657" v="1689" actId="1076"/>
          <ac:spMkLst>
            <pc:docMk/>
            <pc:sldMk cId="2090919184" sldId="271"/>
            <ac:spMk id="10" creationId="{56C53D42-C612-5A51-82BD-88384D78C00A}"/>
          </ac:spMkLst>
        </pc:spChg>
        <pc:spChg chg="add mod">
          <ac:chgData name="Lenon Fachiano" userId="278cff15e429a339" providerId="Windows Live" clId="Web-{3975ECEE-6DFD-B60A-677F-98CC8DAB6772}" dt="2026-02-05T18:28:49.047" v="1692" actId="1076"/>
          <ac:spMkLst>
            <pc:docMk/>
            <pc:sldMk cId="2090919184" sldId="271"/>
            <ac:spMk id="11" creationId="{569D8747-6E47-2A66-0BF5-A9F56AB7D05C}"/>
          </ac:spMkLst>
        </pc:spChg>
        <pc:spChg chg="add mod">
          <ac:chgData name="Lenon Fachiano" userId="278cff15e429a339" providerId="Windows Live" clId="Web-{3975ECEE-6DFD-B60A-677F-98CC8DAB6772}" dt="2026-02-05T18:28:52.657" v="1694" actId="1076"/>
          <ac:spMkLst>
            <pc:docMk/>
            <pc:sldMk cId="2090919184" sldId="271"/>
            <ac:spMk id="12" creationId="{ED96EEBB-808C-313A-AC0E-24269BFDA020}"/>
          </ac:spMkLst>
        </pc:spChg>
        <pc:spChg chg="mod">
          <ac:chgData name="Lenon Fachiano" userId="278cff15e429a339" providerId="Windows Live" clId="Web-{3975ECEE-6DFD-B60A-677F-98CC8DAB6772}" dt="2026-02-05T18:20:50.090" v="1613" actId="14100"/>
          <ac:spMkLst>
            <pc:docMk/>
            <pc:sldMk cId="2090919184" sldId="271"/>
            <ac:spMk id="18" creationId="{54BC1A54-4D3E-19DC-4C38-96672C833C4C}"/>
          </ac:spMkLst>
        </pc:spChg>
        <pc:picChg chg="del">
          <ac:chgData name="Lenon Fachiano" userId="278cff15e429a339" providerId="Windows Live" clId="Web-{3975ECEE-6DFD-B60A-677F-98CC8DAB6772}" dt="2026-02-05T18:20:46.043" v="1612"/>
          <ac:picMkLst>
            <pc:docMk/>
            <pc:sldMk cId="2090919184" sldId="271"/>
            <ac:picMk id="19" creationId="{A90C9C1A-7EBE-26F7-BE2A-A33816593C00}"/>
          </ac:picMkLst>
        </pc:picChg>
      </pc:sldChg>
    </pc:docChg>
  </pc:docChgLst>
  <pc:docChgLst>
    <pc:chgData name="Lenon Fachiano" userId="278cff15e429a339" providerId="LiveId" clId="{E5DA3CDC-CE0F-4FB7-ADC8-E73317DFE4D8}"/>
    <pc:docChg chg="custSel addSld modSld">
      <pc:chgData name="Lenon Fachiano" userId="278cff15e429a339" providerId="LiveId" clId="{E5DA3CDC-CE0F-4FB7-ADC8-E73317DFE4D8}" dt="2026-02-01T19:46:28.218" v="145" actId="1037"/>
      <pc:docMkLst>
        <pc:docMk/>
      </pc:docMkLst>
      <pc:sldChg chg="addSp delSp modSp new mod modTransition">
        <pc:chgData name="Lenon Fachiano" userId="278cff15e429a339" providerId="LiveId" clId="{E5DA3CDC-CE0F-4FB7-ADC8-E73317DFE4D8}" dt="2026-02-01T19:39:05.113" v="116"/>
        <pc:sldMkLst>
          <pc:docMk/>
          <pc:sldMk cId="621031645" sldId="256"/>
        </pc:sldMkLst>
        <pc:spChg chg="add mod">
          <ac:chgData name="Lenon Fachiano" userId="278cff15e429a339" providerId="LiveId" clId="{E5DA3CDC-CE0F-4FB7-ADC8-E73317DFE4D8}" dt="2026-02-01T19:25:23.229" v="59" actId="20577"/>
          <ac:spMkLst>
            <pc:docMk/>
            <pc:sldMk cId="621031645" sldId="256"/>
            <ac:spMk id="4" creationId="{5561D8BC-7B86-87D5-F6F7-130FC005EA3B}"/>
          </ac:spMkLst>
        </pc:spChg>
        <pc:spChg chg="mod">
          <ac:chgData name="Lenon Fachiano" userId="278cff15e429a339" providerId="LiveId" clId="{E5DA3CDC-CE0F-4FB7-ADC8-E73317DFE4D8}" dt="2026-01-31T10:01:56.921" v="2"/>
          <ac:spMkLst>
            <pc:docMk/>
            <pc:sldMk cId="621031645" sldId="256"/>
            <ac:spMk id="6" creationId="{941D4012-69FD-57BC-121A-A119CFB4B171}"/>
          </ac:spMkLst>
        </pc:spChg>
        <pc:spChg chg="add mod">
          <ac:chgData name="Lenon Fachiano" userId="278cff15e429a339" providerId="LiveId" clId="{E5DA3CDC-CE0F-4FB7-ADC8-E73317DFE4D8}" dt="2026-01-31T10:01:56.921" v="2"/>
          <ac:spMkLst>
            <pc:docMk/>
            <pc:sldMk cId="621031645" sldId="256"/>
            <ac:spMk id="8" creationId="{868BFF13-1708-E43E-89FF-8F76617A70A2}"/>
          </ac:spMkLst>
        </pc:spChg>
        <pc:spChg chg="add mod">
          <ac:chgData name="Lenon Fachiano" userId="278cff15e429a339" providerId="LiveId" clId="{E5DA3CDC-CE0F-4FB7-ADC8-E73317DFE4D8}" dt="2026-01-31T10:02:26.763" v="34" actId="14100"/>
          <ac:spMkLst>
            <pc:docMk/>
            <pc:sldMk cId="621031645" sldId="256"/>
            <ac:spMk id="10" creationId="{BDF098B7-0FD2-1E1A-97F4-51465181EF55}"/>
          </ac:spMkLst>
        </pc:spChg>
        <pc:grpChg chg="add mod">
          <ac:chgData name="Lenon Fachiano" userId="278cff15e429a339" providerId="LiveId" clId="{E5DA3CDC-CE0F-4FB7-ADC8-E73317DFE4D8}" dt="2026-01-31T10:01:56.921" v="2"/>
          <ac:grpSpMkLst>
            <pc:docMk/>
            <pc:sldMk cId="621031645" sldId="256"/>
            <ac:grpSpMk id="5" creationId="{8FA97C7D-CCCC-B238-F0C2-53B5F5C47913}"/>
          </ac:grpSpMkLst>
        </pc:grpChg>
        <pc:picChg chg="mod">
          <ac:chgData name="Lenon Fachiano" userId="278cff15e429a339" providerId="LiveId" clId="{E5DA3CDC-CE0F-4FB7-ADC8-E73317DFE4D8}" dt="2026-01-31T10:01:56.921" v="2"/>
          <ac:picMkLst>
            <pc:docMk/>
            <pc:sldMk cId="621031645" sldId="256"/>
            <ac:picMk id="7" creationId="{39D8180C-4655-9436-2860-722998AFFF75}"/>
          </ac:picMkLst>
        </pc:picChg>
        <pc:cxnChg chg="add mod">
          <ac:chgData name="Lenon Fachiano" userId="278cff15e429a339" providerId="LiveId" clId="{E5DA3CDC-CE0F-4FB7-ADC8-E73317DFE4D8}" dt="2026-01-31T10:01:56.921" v="2"/>
          <ac:cxnSpMkLst>
            <pc:docMk/>
            <pc:sldMk cId="621031645" sldId="256"/>
            <ac:cxnSpMk id="9" creationId="{893DF797-698E-5FC5-D5F8-AC31EE73E543}"/>
          </ac:cxnSpMkLst>
        </pc:cxnChg>
      </pc:sldChg>
      <pc:sldChg chg="addSp delSp modSp new mod modTransition">
        <pc:chgData name="Lenon Fachiano" userId="278cff15e429a339" providerId="LiveId" clId="{E5DA3CDC-CE0F-4FB7-ADC8-E73317DFE4D8}" dt="2026-02-01T19:39:07.231" v="117"/>
        <pc:sldMkLst>
          <pc:docMk/>
          <pc:sldMk cId="1970288654" sldId="257"/>
        </pc:sldMkLst>
        <pc:spChg chg="add mod">
          <ac:chgData name="Lenon Fachiano" userId="278cff15e429a339" providerId="LiveId" clId="{E5DA3CDC-CE0F-4FB7-ADC8-E73317DFE4D8}" dt="2026-02-01T19:25:36.295" v="60"/>
          <ac:spMkLst>
            <pc:docMk/>
            <pc:sldMk cId="1970288654" sldId="257"/>
            <ac:spMk id="4" creationId="{DAECC8F5-B244-7B9F-90F3-6BA96188D661}"/>
          </ac:spMkLst>
        </pc:spChg>
        <pc:spChg chg="mod">
          <ac:chgData name="Lenon Fachiano" userId="278cff15e429a339" providerId="LiveId" clId="{E5DA3CDC-CE0F-4FB7-ADC8-E73317DFE4D8}" dt="2026-01-31T10:03:13.278" v="37"/>
          <ac:spMkLst>
            <pc:docMk/>
            <pc:sldMk cId="1970288654" sldId="257"/>
            <ac:spMk id="6" creationId="{7D3407F3-7189-ED90-B13C-79602C5DA775}"/>
          </ac:spMkLst>
        </pc:spChg>
        <pc:spChg chg="add mod">
          <ac:chgData name="Lenon Fachiano" userId="278cff15e429a339" providerId="LiveId" clId="{E5DA3CDC-CE0F-4FB7-ADC8-E73317DFE4D8}" dt="2026-01-31T10:03:13.278" v="37"/>
          <ac:spMkLst>
            <pc:docMk/>
            <pc:sldMk cId="1970288654" sldId="257"/>
            <ac:spMk id="8" creationId="{6B64A6F5-7EB3-455A-1D8E-BB453CDACB18}"/>
          </ac:spMkLst>
        </pc:spChg>
        <pc:spChg chg="add mod">
          <ac:chgData name="Lenon Fachiano" userId="278cff15e429a339" providerId="LiveId" clId="{E5DA3CDC-CE0F-4FB7-ADC8-E73317DFE4D8}" dt="2026-01-31T10:03:13.278" v="37"/>
          <ac:spMkLst>
            <pc:docMk/>
            <pc:sldMk cId="1970288654" sldId="257"/>
            <ac:spMk id="11" creationId="{14AD1350-5BA8-5452-2FEA-A204ED03D4DF}"/>
          </ac:spMkLst>
        </pc:spChg>
        <pc:spChg chg="add mod">
          <ac:chgData name="Lenon Fachiano" userId="278cff15e429a339" providerId="LiveId" clId="{E5DA3CDC-CE0F-4FB7-ADC8-E73317DFE4D8}" dt="2026-01-31T10:03:13.278" v="37"/>
          <ac:spMkLst>
            <pc:docMk/>
            <pc:sldMk cId="1970288654" sldId="257"/>
            <ac:spMk id="12" creationId="{636BD830-21CA-6BD1-C444-64D28629579F}"/>
          </ac:spMkLst>
        </pc:spChg>
        <pc:spChg chg="add mod">
          <ac:chgData name="Lenon Fachiano" userId="278cff15e429a339" providerId="LiveId" clId="{E5DA3CDC-CE0F-4FB7-ADC8-E73317DFE4D8}" dt="2026-01-31T10:03:13.278" v="37"/>
          <ac:spMkLst>
            <pc:docMk/>
            <pc:sldMk cId="1970288654" sldId="257"/>
            <ac:spMk id="13" creationId="{5648FCC6-C720-F3E0-9D94-6CBCF3179D2E}"/>
          </ac:spMkLst>
        </pc:spChg>
        <pc:grpChg chg="add mod">
          <ac:chgData name="Lenon Fachiano" userId="278cff15e429a339" providerId="LiveId" clId="{E5DA3CDC-CE0F-4FB7-ADC8-E73317DFE4D8}" dt="2026-01-31T10:03:13.278" v="37"/>
          <ac:grpSpMkLst>
            <pc:docMk/>
            <pc:sldMk cId="1970288654" sldId="257"/>
            <ac:grpSpMk id="5" creationId="{936B3B1A-735E-9007-D4FF-56C643C82E46}"/>
          </ac:grpSpMkLst>
        </pc:grpChg>
        <pc:picChg chg="mod">
          <ac:chgData name="Lenon Fachiano" userId="278cff15e429a339" providerId="LiveId" clId="{E5DA3CDC-CE0F-4FB7-ADC8-E73317DFE4D8}" dt="2026-01-31T10:03:13.278" v="37"/>
          <ac:picMkLst>
            <pc:docMk/>
            <pc:sldMk cId="1970288654" sldId="257"/>
            <ac:picMk id="7" creationId="{085098B8-E546-79D0-CA70-64B12A090BFF}"/>
          </ac:picMkLst>
        </pc:picChg>
        <pc:picChg chg="add mod">
          <ac:chgData name="Lenon Fachiano" userId="278cff15e429a339" providerId="LiveId" clId="{E5DA3CDC-CE0F-4FB7-ADC8-E73317DFE4D8}" dt="2026-01-31T10:03:13.278" v="37"/>
          <ac:picMkLst>
            <pc:docMk/>
            <pc:sldMk cId="1970288654" sldId="257"/>
            <ac:picMk id="10" creationId="{50AE605A-E3B8-9DB4-264B-2C1992D7D458}"/>
          </ac:picMkLst>
        </pc:picChg>
        <pc:cxnChg chg="add mod">
          <ac:chgData name="Lenon Fachiano" userId="278cff15e429a339" providerId="LiveId" clId="{E5DA3CDC-CE0F-4FB7-ADC8-E73317DFE4D8}" dt="2026-01-31T10:03:13.278" v="37"/>
          <ac:cxnSpMkLst>
            <pc:docMk/>
            <pc:sldMk cId="1970288654" sldId="257"/>
            <ac:cxnSpMk id="9" creationId="{D6B5DFA6-7BAD-2BCF-9488-9249AAA80F94}"/>
          </ac:cxnSpMkLst>
        </pc:cxnChg>
      </pc:sldChg>
      <pc:sldChg chg="addSp delSp modSp add mod modTransition">
        <pc:chgData name="Lenon Fachiano" userId="278cff15e429a339" providerId="LiveId" clId="{E5DA3CDC-CE0F-4FB7-ADC8-E73317DFE4D8}" dt="2026-02-01T19:39:09.324" v="118"/>
        <pc:sldMkLst>
          <pc:docMk/>
          <pc:sldMk cId="3225050545" sldId="258"/>
        </pc:sldMkLst>
        <pc:spChg chg="add mod">
          <ac:chgData name="Lenon Fachiano" userId="278cff15e429a339" providerId="LiveId" clId="{E5DA3CDC-CE0F-4FB7-ADC8-E73317DFE4D8}" dt="2026-02-01T19:35:23.191" v="62" actId="14100"/>
          <ac:spMkLst>
            <pc:docMk/>
            <pc:sldMk cId="3225050545" sldId="258"/>
            <ac:spMk id="2" creationId="{1E9BA593-FC2C-FA74-C717-893B5B426B1A}"/>
          </ac:spMkLst>
        </pc:spChg>
        <pc:spChg chg="add mod">
          <ac:chgData name="Lenon Fachiano" userId="278cff15e429a339" providerId="LiveId" clId="{E5DA3CDC-CE0F-4FB7-ADC8-E73317DFE4D8}" dt="2026-02-01T19:35:23.191" v="62" actId="14100"/>
          <ac:spMkLst>
            <pc:docMk/>
            <pc:sldMk cId="3225050545" sldId="258"/>
            <ac:spMk id="3" creationId="{F4A11956-7496-E56A-39F7-B102117381E2}"/>
          </ac:spMkLst>
        </pc:spChg>
        <pc:spChg chg="mod">
          <ac:chgData name="Lenon Fachiano" userId="278cff15e429a339" providerId="LiveId" clId="{E5DA3CDC-CE0F-4FB7-ADC8-E73317DFE4D8}" dt="2026-02-01T19:25:42.388" v="61"/>
          <ac:spMkLst>
            <pc:docMk/>
            <pc:sldMk cId="3225050545" sldId="258"/>
            <ac:spMk id="4" creationId="{2E6E30C3-B521-5A19-B213-9B0CECF639B5}"/>
          </ac:spMkLst>
        </pc:spChg>
        <pc:spChg chg="add mod">
          <ac:chgData name="Lenon Fachiano" userId="278cff15e429a339" providerId="LiveId" clId="{E5DA3CDC-CE0F-4FB7-ADC8-E73317DFE4D8}" dt="2026-02-01T19:37:03.129" v="98" actId="114"/>
          <ac:spMkLst>
            <pc:docMk/>
            <pc:sldMk cId="3225050545" sldId="258"/>
            <ac:spMk id="15" creationId="{DE9E2A35-1AAD-35EC-D70A-682D6F3FF7A6}"/>
          </ac:spMkLst>
        </pc:spChg>
        <pc:spChg chg="add mod">
          <ac:chgData name="Lenon Fachiano" userId="278cff15e429a339" providerId="LiveId" clId="{E5DA3CDC-CE0F-4FB7-ADC8-E73317DFE4D8}" dt="2026-02-01T19:37:18.452" v="107" actId="20577"/>
          <ac:spMkLst>
            <pc:docMk/>
            <pc:sldMk cId="3225050545" sldId="258"/>
            <ac:spMk id="16" creationId="{307664C6-74FA-56DE-7CAC-B4F29322B087}"/>
          </ac:spMkLst>
        </pc:spChg>
      </pc:sldChg>
      <pc:sldChg chg="addSp delSp modSp add mod modTransition">
        <pc:chgData name="Lenon Fachiano" userId="278cff15e429a339" providerId="LiveId" clId="{E5DA3CDC-CE0F-4FB7-ADC8-E73317DFE4D8}" dt="2026-02-01T19:46:28.218" v="145" actId="1037"/>
        <pc:sldMkLst>
          <pc:docMk/>
          <pc:sldMk cId="2269314524" sldId="259"/>
        </pc:sldMkLst>
        <pc:spChg chg="mod">
          <ac:chgData name="Lenon Fachiano" userId="278cff15e429a339" providerId="LiveId" clId="{E5DA3CDC-CE0F-4FB7-ADC8-E73317DFE4D8}" dt="2026-02-01T19:38:45.754" v="114" actId="14100"/>
          <ac:spMkLst>
            <pc:docMk/>
            <pc:sldMk cId="2269314524" sldId="259"/>
            <ac:spMk id="2" creationId="{556F9656-2D11-4856-06CE-435433D12C19}"/>
          </ac:spMkLst>
        </pc:spChg>
        <pc:spChg chg="mod">
          <ac:chgData name="Lenon Fachiano" userId="278cff15e429a339" providerId="LiveId" clId="{E5DA3CDC-CE0F-4FB7-ADC8-E73317DFE4D8}" dt="2026-02-01T19:38:23.267" v="111" actId="1076"/>
          <ac:spMkLst>
            <pc:docMk/>
            <pc:sldMk cId="2269314524" sldId="259"/>
            <ac:spMk id="3" creationId="{E887C84C-EEE0-46CC-8033-B1DA98CEE13E}"/>
          </ac:spMkLst>
        </pc:spChg>
        <pc:spChg chg="mod">
          <ac:chgData name="Lenon Fachiano" userId="278cff15e429a339" providerId="LiveId" clId="{E5DA3CDC-CE0F-4FB7-ADC8-E73317DFE4D8}" dt="2026-02-01T19:38:49.127" v="115" actId="1076"/>
          <ac:spMkLst>
            <pc:docMk/>
            <pc:sldMk cId="2269314524" sldId="259"/>
            <ac:spMk id="15" creationId="{19069D72-85E4-7026-867A-62FD5A938FC2}"/>
          </ac:spMkLst>
        </pc:spChg>
        <pc:spChg chg="mod">
          <ac:chgData name="Lenon Fachiano" userId="278cff15e429a339" providerId="LiveId" clId="{E5DA3CDC-CE0F-4FB7-ADC8-E73317DFE4D8}" dt="2026-02-01T19:38:23.267" v="111" actId="1076"/>
          <ac:spMkLst>
            <pc:docMk/>
            <pc:sldMk cId="2269314524" sldId="259"/>
            <ac:spMk id="16" creationId="{0DAC0D2A-285B-6018-63B2-1A36A5E38E77}"/>
          </ac:spMkLst>
        </pc:spChg>
        <pc:picChg chg="add mod">
          <ac:chgData name="Lenon Fachiano" userId="278cff15e429a339" providerId="LiveId" clId="{E5DA3CDC-CE0F-4FB7-ADC8-E73317DFE4D8}" dt="2026-02-01T19:46:28.218" v="145" actId="1037"/>
          <ac:picMkLst>
            <pc:docMk/>
            <pc:sldMk cId="2269314524" sldId="259"/>
            <ac:picMk id="10" creationId="{18285A7C-4828-D5D3-E57C-51C1A5449F04}"/>
          </ac:picMkLst>
        </pc:picChg>
      </pc:sldChg>
    </pc:docChg>
  </pc:docChgLst>
  <pc:docChgLst>
    <pc:chgData name="Lenon Fachiano" userId="278cff15e429a339" providerId="Windows Live" clId="Web-{8C76F1C6-CB9E-5658-5078-8352953B38D5}"/>
    <pc:docChg chg="addSld sldOrd">
      <pc:chgData name="Lenon Fachiano" userId="278cff15e429a339" providerId="Windows Live" clId="Web-{8C76F1C6-CB9E-5658-5078-8352953B38D5}" dt="2026-02-02T13:21:47.299" v="1"/>
      <pc:docMkLst>
        <pc:docMk/>
      </pc:docMkLst>
      <pc:sldChg chg="ord">
        <pc:chgData name="Lenon Fachiano" userId="278cff15e429a339" providerId="Windows Live" clId="Web-{8C76F1C6-CB9E-5658-5078-8352953B38D5}" dt="2026-02-02T13:21:47.299" v="1"/>
        <pc:sldMkLst>
          <pc:docMk/>
          <pc:sldMk cId="2269314524" sldId="259"/>
        </pc:sldMkLst>
      </pc:sldChg>
      <pc:sldChg chg="add replId">
        <pc:chgData name="Lenon Fachiano" userId="278cff15e429a339" providerId="Windows Live" clId="Web-{8C76F1C6-CB9E-5658-5078-8352953B38D5}" dt="2026-02-02T13:21:39.846" v="0"/>
        <pc:sldMkLst>
          <pc:docMk/>
          <pc:sldMk cId="573984420" sldId="260"/>
        </pc:sldMkLst>
      </pc:sldChg>
    </pc:docChg>
  </pc:docChgLst>
  <pc:docChgLst>
    <pc:chgData name="Lenon Fachiano" userId="278cff15e429a339" providerId="Windows Live" clId="Web-{283F4DA7-DAD1-262C-499F-4328D7781C2D}"/>
    <pc:docChg chg="addSld">
      <pc:chgData name="Lenon Fachiano" userId="278cff15e429a339" providerId="Windows Live" clId="Web-{283F4DA7-DAD1-262C-499F-4328D7781C2D}" dt="2026-02-02T17:26:35.116" v="0"/>
      <pc:docMkLst>
        <pc:docMk/>
      </pc:docMkLst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B52DEE-DAF0-4FE3-8A1E-D5531ED695D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0E296C8-1808-4F53-A8F0-10591F8AF0E2}">
      <dgm:prSet custT="1"/>
      <dgm:spPr/>
      <dgm:t>
        <a:bodyPr/>
        <a:lstStyle/>
        <a:p>
          <a:r>
            <a:rPr lang="pt-BR" sz="2800" dirty="0" err="1"/>
            <a:t>Servlet</a:t>
          </a:r>
          <a:endParaRPr lang="pt-BR" sz="1900" dirty="0"/>
        </a:p>
      </dgm:t>
    </dgm:pt>
    <dgm:pt modelId="{34F3C786-7825-430E-A88A-270BDC08B984}" type="parTrans" cxnId="{16B4C2F9-CB39-461F-9312-9B44A334788F}">
      <dgm:prSet/>
      <dgm:spPr/>
      <dgm:t>
        <a:bodyPr/>
        <a:lstStyle/>
        <a:p>
          <a:endParaRPr lang="pt-BR"/>
        </a:p>
      </dgm:t>
    </dgm:pt>
    <dgm:pt modelId="{53350C0E-2E72-4429-B212-388502B80FC0}" type="sibTrans" cxnId="{16B4C2F9-CB39-461F-9312-9B44A334788F}">
      <dgm:prSet/>
      <dgm:spPr/>
      <dgm:t>
        <a:bodyPr/>
        <a:lstStyle/>
        <a:p>
          <a:endParaRPr lang="pt-BR"/>
        </a:p>
      </dgm:t>
    </dgm:pt>
    <dgm:pt modelId="{B64D3DA2-12DF-4D15-8AA9-31E846B048CF}">
      <dgm:prSet custT="1"/>
      <dgm:spPr/>
      <dgm:t>
        <a:bodyPr/>
        <a:lstStyle/>
        <a:p>
          <a:r>
            <a:rPr lang="pt-BR" sz="2800"/>
            <a:t>Containers</a:t>
          </a:r>
          <a:endParaRPr lang="pt-BR" sz="2800" dirty="0"/>
        </a:p>
      </dgm:t>
    </dgm:pt>
    <dgm:pt modelId="{EA8D24A2-3B2B-4CE4-82D0-FB357E082D80}" type="parTrans" cxnId="{C8B73923-9610-431B-8762-C06175C2E3DD}">
      <dgm:prSet/>
      <dgm:spPr/>
      <dgm:t>
        <a:bodyPr/>
        <a:lstStyle/>
        <a:p>
          <a:endParaRPr lang="pt-BR"/>
        </a:p>
      </dgm:t>
    </dgm:pt>
    <dgm:pt modelId="{B7797A76-0747-44DC-9B8E-8A142BDD3711}" type="sibTrans" cxnId="{C8B73923-9610-431B-8762-C06175C2E3DD}">
      <dgm:prSet/>
      <dgm:spPr/>
      <dgm:t>
        <a:bodyPr/>
        <a:lstStyle/>
        <a:p>
          <a:endParaRPr lang="pt-BR"/>
        </a:p>
      </dgm:t>
    </dgm:pt>
    <dgm:pt modelId="{00169DE3-E2FD-42AC-9A7D-0A57A7FE86DD}">
      <dgm:prSet custT="1"/>
      <dgm:spPr/>
      <dgm:t>
        <a:bodyPr/>
        <a:lstStyle/>
        <a:p>
          <a:r>
            <a:rPr lang="pt-BR" sz="2800" dirty="0"/>
            <a:t>Ciclo de Vida</a:t>
          </a:r>
        </a:p>
      </dgm:t>
    </dgm:pt>
    <dgm:pt modelId="{73F6ECD8-1942-4E5F-A073-825DB66F5CF4}" type="parTrans" cxnId="{CA1CCF7E-1CAB-4117-BF8A-E045745B9AD4}">
      <dgm:prSet/>
      <dgm:spPr/>
      <dgm:t>
        <a:bodyPr/>
        <a:lstStyle/>
        <a:p>
          <a:endParaRPr lang="pt-BR"/>
        </a:p>
      </dgm:t>
    </dgm:pt>
    <dgm:pt modelId="{31E1C2D9-8EA0-4BAA-A9D7-CE6EF71BDCA0}" type="sibTrans" cxnId="{CA1CCF7E-1CAB-4117-BF8A-E045745B9AD4}">
      <dgm:prSet/>
      <dgm:spPr/>
      <dgm:t>
        <a:bodyPr/>
        <a:lstStyle/>
        <a:p>
          <a:endParaRPr lang="pt-BR"/>
        </a:p>
      </dgm:t>
    </dgm:pt>
    <dgm:pt modelId="{04496E06-7256-4638-8F20-0A65CE59C9E1}" type="pres">
      <dgm:prSet presAssocID="{9EB52DEE-DAF0-4FE3-8A1E-D5531ED695D7}" presName="linear" presStyleCnt="0">
        <dgm:presLayoutVars>
          <dgm:animLvl val="lvl"/>
          <dgm:resizeHandles val="exact"/>
        </dgm:presLayoutVars>
      </dgm:prSet>
      <dgm:spPr/>
    </dgm:pt>
    <dgm:pt modelId="{555FEF0C-BF07-4B48-A1F6-2704F572133B}" type="pres">
      <dgm:prSet presAssocID="{B0E296C8-1808-4F53-A8F0-10591F8AF0E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DCA3821-D887-4E78-83B7-4EA98D9EED7E}" type="pres">
      <dgm:prSet presAssocID="{53350C0E-2E72-4429-B212-388502B80FC0}" presName="spacer" presStyleCnt="0"/>
      <dgm:spPr/>
    </dgm:pt>
    <dgm:pt modelId="{494E60B1-0187-4941-9799-7262FEC31837}" type="pres">
      <dgm:prSet presAssocID="{B64D3DA2-12DF-4D15-8AA9-31E846B048C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6A747F8-AD7C-4F4B-93DE-FBF3824C7B25}" type="pres">
      <dgm:prSet presAssocID="{B7797A76-0747-44DC-9B8E-8A142BDD3711}" presName="spacer" presStyleCnt="0"/>
      <dgm:spPr/>
    </dgm:pt>
    <dgm:pt modelId="{D0434E8D-436D-4C34-A6FC-66742526DE0F}" type="pres">
      <dgm:prSet presAssocID="{00169DE3-E2FD-42AC-9A7D-0A57A7FE86D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8B73923-9610-431B-8762-C06175C2E3DD}" srcId="{9EB52DEE-DAF0-4FE3-8A1E-D5531ED695D7}" destId="{B64D3DA2-12DF-4D15-8AA9-31E846B048CF}" srcOrd="1" destOrd="0" parTransId="{EA8D24A2-3B2B-4CE4-82D0-FB357E082D80}" sibTransId="{B7797A76-0747-44DC-9B8E-8A142BDD3711}"/>
    <dgm:cxn modelId="{5419FE2F-B6F0-4A55-8E44-B31BB8B99971}" type="presOf" srcId="{9EB52DEE-DAF0-4FE3-8A1E-D5531ED695D7}" destId="{04496E06-7256-4638-8F20-0A65CE59C9E1}" srcOrd="0" destOrd="0" presId="urn:microsoft.com/office/officeart/2005/8/layout/vList2"/>
    <dgm:cxn modelId="{54316235-77B2-43BB-BAA7-6657C2037B4A}" type="presOf" srcId="{B0E296C8-1808-4F53-A8F0-10591F8AF0E2}" destId="{555FEF0C-BF07-4B48-A1F6-2704F572133B}" srcOrd="0" destOrd="0" presId="urn:microsoft.com/office/officeart/2005/8/layout/vList2"/>
    <dgm:cxn modelId="{457C6740-550E-4E6A-9038-C23B2B17453F}" type="presOf" srcId="{00169DE3-E2FD-42AC-9A7D-0A57A7FE86DD}" destId="{D0434E8D-436D-4C34-A6FC-66742526DE0F}" srcOrd="0" destOrd="0" presId="urn:microsoft.com/office/officeart/2005/8/layout/vList2"/>
    <dgm:cxn modelId="{CA1CCF7E-1CAB-4117-BF8A-E045745B9AD4}" srcId="{9EB52DEE-DAF0-4FE3-8A1E-D5531ED695D7}" destId="{00169DE3-E2FD-42AC-9A7D-0A57A7FE86DD}" srcOrd="2" destOrd="0" parTransId="{73F6ECD8-1942-4E5F-A073-825DB66F5CF4}" sibTransId="{31E1C2D9-8EA0-4BAA-A9D7-CE6EF71BDCA0}"/>
    <dgm:cxn modelId="{AD1B5AF0-E7AA-4FCA-B65E-83E30216A99B}" type="presOf" srcId="{B64D3DA2-12DF-4D15-8AA9-31E846B048CF}" destId="{494E60B1-0187-4941-9799-7262FEC31837}" srcOrd="0" destOrd="0" presId="urn:microsoft.com/office/officeart/2005/8/layout/vList2"/>
    <dgm:cxn modelId="{16B4C2F9-CB39-461F-9312-9B44A334788F}" srcId="{9EB52DEE-DAF0-4FE3-8A1E-D5531ED695D7}" destId="{B0E296C8-1808-4F53-A8F0-10591F8AF0E2}" srcOrd="0" destOrd="0" parTransId="{34F3C786-7825-430E-A88A-270BDC08B984}" sibTransId="{53350C0E-2E72-4429-B212-388502B80FC0}"/>
    <dgm:cxn modelId="{A741FF94-0A57-47C7-8FE2-F7168448D180}" type="presParOf" srcId="{04496E06-7256-4638-8F20-0A65CE59C9E1}" destId="{555FEF0C-BF07-4B48-A1F6-2704F572133B}" srcOrd="0" destOrd="0" presId="urn:microsoft.com/office/officeart/2005/8/layout/vList2"/>
    <dgm:cxn modelId="{25037E59-AC72-4125-81C9-4AD20E4C0192}" type="presParOf" srcId="{04496E06-7256-4638-8F20-0A65CE59C9E1}" destId="{BDCA3821-D887-4E78-83B7-4EA98D9EED7E}" srcOrd="1" destOrd="0" presId="urn:microsoft.com/office/officeart/2005/8/layout/vList2"/>
    <dgm:cxn modelId="{123DA376-7215-4E1C-98CA-AA1A82BCC4CC}" type="presParOf" srcId="{04496E06-7256-4638-8F20-0A65CE59C9E1}" destId="{494E60B1-0187-4941-9799-7262FEC31837}" srcOrd="2" destOrd="0" presId="urn:microsoft.com/office/officeart/2005/8/layout/vList2"/>
    <dgm:cxn modelId="{B5C9072F-08E3-45E6-B0A2-553D8191B903}" type="presParOf" srcId="{04496E06-7256-4638-8F20-0A65CE59C9E1}" destId="{E6A747F8-AD7C-4F4B-93DE-FBF3824C7B25}" srcOrd="3" destOrd="0" presId="urn:microsoft.com/office/officeart/2005/8/layout/vList2"/>
    <dgm:cxn modelId="{018E4551-A19F-4831-BA38-5A869BE93426}" type="presParOf" srcId="{04496E06-7256-4638-8F20-0A65CE59C9E1}" destId="{D0434E8D-436D-4C34-A6FC-66742526DE0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5FEF0C-BF07-4B48-A1F6-2704F572133B}">
      <dsp:nvSpPr>
        <dsp:cNvPr id="0" name=""/>
        <dsp:cNvSpPr/>
      </dsp:nvSpPr>
      <dsp:spPr>
        <a:xfrm>
          <a:off x="0" y="767"/>
          <a:ext cx="11029616" cy="6772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 dirty="0" err="1"/>
            <a:t>Servlet</a:t>
          </a:r>
          <a:endParaRPr lang="pt-BR" sz="1900" kern="1200" dirty="0"/>
        </a:p>
      </dsp:txBody>
      <dsp:txXfrm>
        <a:off x="33062" y="33829"/>
        <a:ext cx="10963492" cy="611150"/>
      </dsp:txXfrm>
    </dsp:sp>
    <dsp:sp modelId="{494E60B1-0187-4941-9799-7262FEC31837}">
      <dsp:nvSpPr>
        <dsp:cNvPr id="0" name=""/>
        <dsp:cNvSpPr/>
      </dsp:nvSpPr>
      <dsp:spPr>
        <a:xfrm>
          <a:off x="0" y="692414"/>
          <a:ext cx="11029616" cy="6772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/>
            <a:t>Containers</a:t>
          </a:r>
          <a:endParaRPr lang="pt-BR" sz="2800" kern="1200" dirty="0"/>
        </a:p>
      </dsp:txBody>
      <dsp:txXfrm>
        <a:off x="33062" y="725476"/>
        <a:ext cx="10963492" cy="611150"/>
      </dsp:txXfrm>
    </dsp:sp>
    <dsp:sp modelId="{D0434E8D-436D-4C34-A6FC-66742526DE0F}">
      <dsp:nvSpPr>
        <dsp:cNvPr id="0" name=""/>
        <dsp:cNvSpPr/>
      </dsp:nvSpPr>
      <dsp:spPr>
        <a:xfrm>
          <a:off x="0" y="1384060"/>
          <a:ext cx="11029616" cy="6772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 dirty="0"/>
            <a:t>Ciclo de Vida</a:t>
          </a:r>
        </a:p>
      </dsp:txBody>
      <dsp:txXfrm>
        <a:off x="33062" y="1417122"/>
        <a:ext cx="10963492" cy="6111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B93D89-9564-EB97-F9F0-36E491D96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6E7A28-207C-949F-F840-0BCA78146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F7CFB4-CE55-67D9-B568-847700BDA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E33E8-0860-46B0-A48F-24C4DF088EDF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E5B7D4-32F2-F409-EE50-3A16DFC0E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53BD0F-46D7-CE10-B7E6-576BEA03B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B19EC-A6A3-47FB-89AA-4E8724CA41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8439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57DDF9-CC50-967A-4D6A-ED65FCDE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0F2B01-B281-AF17-E379-CC98795E8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C0050D-4150-0BB5-36B2-EB59CBA79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E33E8-0860-46B0-A48F-24C4DF088EDF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6A3ECC-1E79-764F-E76A-B9CDB6264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5A12CF-6DAE-6BD8-71F2-B3313C6B2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B19EC-A6A3-47FB-89AA-4E8724CA41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6869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E4BE81-09F8-91C1-A7F6-F2B006423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017A7B-6D72-8F9B-484F-472B5BBBE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48BC9F-F192-F9FE-F743-34261A94D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E33E8-0860-46B0-A48F-24C4DF088EDF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382554-3F10-D829-1D4A-C3380B571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B4E9F9-7CEC-E8CE-2E55-5A5D5604B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B19EC-A6A3-47FB-89AA-4E8724CA41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6188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4E7049-4CE5-6E22-8306-2D41EA8FB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D55B12-DAAF-BE3A-8E95-B3A7689F03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3FCA911-D91F-D38E-3D02-25313BF5E1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F51C955-0FD9-EB84-E518-EAD7DC5F6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E33E8-0860-46B0-A48F-24C4DF088EDF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5A95CD7-EC86-510F-BB85-E6E189B09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43F9D01-9ED7-0E64-15F8-C020AAC44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B19EC-A6A3-47FB-89AA-4E8724CA41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258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B5CDFA-D2BA-B192-B5D0-5A385CC60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82AA136-CC69-E4F2-72A2-1B3202360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061D53F-83AA-AEAA-4BCD-3035BF7175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88941F4-14AA-7696-371D-5F92296CB0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38D7A97-EA96-A4B3-87BC-F9A46D9F6F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F7AD189-F5C4-0D3A-C1B5-CF3740F88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E33E8-0860-46B0-A48F-24C4DF088EDF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5FEED34-DC7A-14E6-92BB-F22918CDF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7102EB3-E10E-69E3-BED1-A31045FEB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B19EC-A6A3-47FB-89AA-4E8724CA41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1445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DB5DE4-FF3E-AA5B-5A9C-9B324B1DA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9F06DAC-8EB5-787B-AC16-123FEEB15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E33E8-0860-46B0-A48F-24C4DF088EDF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333782D-C6D2-7BB0-33A2-0DA5DF056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427DD36-2714-A3B2-290E-30A21B80F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B19EC-A6A3-47FB-89AA-4E8724CA41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9789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5403FA3-A4B7-4A04-1020-4DC63FDE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E33E8-0860-46B0-A48F-24C4DF088EDF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7C17AE5-46F1-599F-49E1-E9C7F3293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746D354-83EC-3D02-ED6F-B940CC374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B19EC-A6A3-47FB-89AA-4E8724CA41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8107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FEA5A4-8552-F5BA-ADB7-2479611E9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3E94C0-B842-B4B4-E49E-1E047DE50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4A3F0AD-C37B-50FE-C9AA-2DF4A33BFE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E3D54B2-319F-8FCC-39F4-9DBD53354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E33E8-0860-46B0-A48F-24C4DF088EDF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279D550-141E-1E2A-44FA-D40E39389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1F6F71D-6661-E763-81DE-3F556B02C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B19EC-A6A3-47FB-89AA-4E8724CA41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3262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B128EA-2132-27B0-DEF6-827E3AE45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238471A-61CB-7015-EEDB-47427D3510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30E31F7-D2E7-85A0-40BA-0638DF5278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0C3BACC-CAA0-8EA8-C1BC-5781F51C6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E33E8-0860-46B0-A48F-24C4DF088EDF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EE67B21-CE1D-B1F3-3CC9-0679C322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0DBB50-A3FD-6472-5C62-92475BDD5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B19EC-A6A3-47FB-89AA-4E8724CA41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5736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F7D89F-4C71-7EE0-75F2-315B7330B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97D301B-B089-2313-8568-64FFC154D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9920E9-9593-7C7B-6ACF-9D62717CC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E33E8-0860-46B0-A48F-24C4DF088EDF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7F6ED1-0382-53DB-4CA2-2AC594FD6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20E7E3-F3FE-9FA5-5C9C-0238FE6ED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B19EC-A6A3-47FB-89AA-4E8724CA41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7595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8533744-B757-51F6-243F-91A33AE79E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7190E3C-8C57-F7F0-8CD9-4D30A8B93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3DF7CB-A80A-C5F8-3232-8A7762BFE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E33E8-0860-46B0-A48F-24C4DF088EDF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01B78F-A48A-C26B-3BDF-811FEA434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76F6E1-13A6-F2BB-E067-891116A19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B19EC-A6A3-47FB-89AA-4E8724CA41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6467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DF0C63B-3C97-0808-FFC7-3288F4B07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04B7CF-0B9C-B327-EC8E-CD5D23C4C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7C540B-8AFA-7E65-1B62-53F6D1F84E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5E33E8-0860-46B0-A48F-24C4DF088EDF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A9A861-2974-E090-0316-64BD3D442E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703217-E381-0CBC-78B4-892845ECA6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0B19EC-A6A3-47FB-89AA-4E8724CA41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125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eibeld.net/java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amarapprudente.sp.gov.br/site/VIGESIMA-TERCEIRA-C%C3%82MARA---19--LEGISLATURA/Parlamentar/ARISTEU-SANTOS-PENALVA-DE-OLIVEIRA/?pag=T1RjPU9EZz1PVFU9T0dFPU9EWT1PR0k9T1RZPU9XST0=&amp;idver=1463&amp;idleg=23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mprudente.com:8443/escolalegis/contato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5561D8BC-7B86-87D5-F6F7-130FC005EA3B}"/>
              </a:ext>
            </a:extLst>
          </p:cNvPr>
          <p:cNvSpPr txBox="1"/>
          <p:nvPr/>
        </p:nvSpPr>
        <p:spPr>
          <a:xfrm>
            <a:off x="0" y="0"/>
            <a:ext cx="395089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pt-BR" b="1" i="0" dirty="0">
                <a:solidFill>
                  <a:schemeClr val="bg1"/>
                </a:solidFill>
                <a:effectLst/>
                <a:latin typeface="Arial"/>
                <a:cs typeface="Arial"/>
              </a:rPr>
              <a:t>Programação Web Java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8FA97C7D-CCCC-B238-F0C2-53B5F5C47913}"/>
              </a:ext>
            </a:extLst>
          </p:cNvPr>
          <p:cNvGrpSpPr/>
          <p:nvPr/>
        </p:nvGrpSpPr>
        <p:grpSpPr>
          <a:xfrm>
            <a:off x="0" y="6076841"/>
            <a:ext cx="12192000" cy="781159"/>
            <a:chOff x="0" y="6076841"/>
            <a:chExt cx="12192000" cy="781159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941D4012-69FD-57BC-121A-A119CFB4B171}"/>
                </a:ext>
              </a:extLst>
            </p:cNvPr>
            <p:cNvSpPr/>
            <p:nvPr/>
          </p:nvSpPr>
          <p:spPr>
            <a:xfrm>
              <a:off x="0" y="6076841"/>
              <a:ext cx="12192000" cy="781159"/>
            </a:xfrm>
            <a:prstGeom prst="rect">
              <a:avLst/>
            </a:prstGeom>
            <a:solidFill>
              <a:srgbClr val="0137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7" name="Imagem 6" descr="Logotipo&#10;&#10;O conteúdo gerado por IA pode estar incorreto.">
              <a:extLst>
                <a:ext uri="{FF2B5EF4-FFF2-40B4-BE49-F238E27FC236}">
                  <a16:creationId xmlns:a16="http://schemas.microsoft.com/office/drawing/2014/main" id="{39D8180C-4655-9436-2860-722998AFFF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3733" y="6076841"/>
              <a:ext cx="2448267" cy="781159"/>
            </a:xfrm>
            <a:prstGeom prst="rect">
              <a:avLst/>
            </a:prstGeom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868BFF13-1708-E43E-89FF-8F76617A70A2}"/>
              </a:ext>
            </a:extLst>
          </p:cNvPr>
          <p:cNvSpPr txBox="1"/>
          <p:nvPr/>
        </p:nvSpPr>
        <p:spPr>
          <a:xfrm>
            <a:off x="8241102" y="0"/>
            <a:ext cx="395089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pt-BR" b="1" i="0" dirty="0">
                <a:solidFill>
                  <a:schemeClr val="bg1"/>
                </a:solidFill>
                <a:effectLst/>
                <a:latin typeface="Arial"/>
                <a:cs typeface="Arial"/>
              </a:rPr>
              <a:t>Professor Lenon Fachiano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893DF797-698E-5FC5-D5F8-AC31EE73E543}"/>
              </a:ext>
            </a:extLst>
          </p:cNvPr>
          <p:cNvCxnSpPr>
            <a:cxnSpLocks/>
          </p:cNvCxnSpPr>
          <p:nvPr/>
        </p:nvCxnSpPr>
        <p:spPr>
          <a:xfrm>
            <a:off x="0" y="369332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DF098B7-0FD2-1E1A-97F4-51465181EF55}"/>
              </a:ext>
            </a:extLst>
          </p:cNvPr>
          <p:cNvSpPr txBox="1"/>
          <p:nvPr/>
        </p:nvSpPr>
        <p:spPr>
          <a:xfrm>
            <a:off x="389593" y="1418722"/>
            <a:ext cx="11212642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4800" b="1" dirty="0">
                <a:solidFill>
                  <a:schemeClr val="bg1"/>
                </a:solidFill>
              </a:rPr>
              <a:t>AULA 03</a:t>
            </a:r>
          </a:p>
        </p:txBody>
      </p:sp>
      <p:pic>
        <p:nvPicPr>
          <p:cNvPr id="19" name="Imagem 18" descr="Ícone&#10;&#10;O conteúdo gerado por IA pode estar incorreto.">
            <a:extLst>
              <a:ext uri="{FF2B5EF4-FFF2-40B4-BE49-F238E27FC236}">
                <a16:creationId xmlns:a16="http://schemas.microsoft.com/office/drawing/2014/main" id="{40AA9603-4AC0-633E-278D-6D3DBF18C8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5887" t="2994" r="-5888" b="-2994"/>
          <a:stretch>
            <a:fillRect/>
          </a:stretch>
        </p:blipFill>
        <p:spPr>
          <a:xfrm>
            <a:off x="4735319" y="2374768"/>
            <a:ext cx="2721362" cy="2746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0316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473F41-BD40-8A5F-BC48-9A2240FF9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BEAACB83-D510-2F7C-1E13-84556787F1E8}"/>
              </a:ext>
            </a:extLst>
          </p:cNvPr>
          <p:cNvSpPr txBox="1"/>
          <p:nvPr/>
        </p:nvSpPr>
        <p:spPr>
          <a:xfrm>
            <a:off x="0" y="0"/>
            <a:ext cx="395089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pt-BR" b="1" i="0" dirty="0">
                <a:solidFill>
                  <a:schemeClr val="bg1"/>
                </a:solidFill>
                <a:effectLst/>
                <a:latin typeface="Arial"/>
                <a:cs typeface="Arial"/>
              </a:rPr>
              <a:t>Programação Web Java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56CE5EB3-8121-CBD1-C76E-E15541E7CB8E}"/>
              </a:ext>
            </a:extLst>
          </p:cNvPr>
          <p:cNvGrpSpPr/>
          <p:nvPr/>
        </p:nvGrpSpPr>
        <p:grpSpPr>
          <a:xfrm>
            <a:off x="0" y="6076841"/>
            <a:ext cx="12192000" cy="781159"/>
            <a:chOff x="0" y="6076841"/>
            <a:chExt cx="12192000" cy="781159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682356FB-148C-FB1C-23AD-99D1EB367FF1}"/>
                </a:ext>
              </a:extLst>
            </p:cNvPr>
            <p:cNvSpPr/>
            <p:nvPr/>
          </p:nvSpPr>
          <p:spPr>
            <a:xfrm>
              <a:off x="0" y="6076841"/>
              <a:ext cx="12192000" cy="781159"/>
            </a:xfrm>
            <a:prstGeom prst="rect">
              <a:avLst/>
            </a:prstGeom>
            <a:solidFill>
              <a:srgbClr val="0137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7" name="Imagem 6" descr="Logotipo&#10;&#10;O conteúdo gerado por IA pode estar incorreto.">
              <a:extLst>
                <a:ext uri="{FF2B5EF4-FFF2-40B4-BE49-F238E27FC236}">
                  <a16:creationId xmlns:a16="http://schemas.microsoft.com/office/drawing/2014/main" id="{5545C6EF-3114-67B6-8E80-5FB9CAC17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3733" y="6076841"/>
              <a:ext cx="2448267" cy="781159"/>
            </a:xfrm>
            <a:prstGeom prst="rect">
              <a:avLst/>
            </a:prstGeom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45514B0D-F845-D6CC-26E4-81CBD6240190}"/>
              </a:ext>
            </a:extLst>
          </p:cNvPr>
          <p:cNvSpPr txBox="1"/>
          <p:nvPr/>
        </p:nvSpPr>
        <p:spPr>
          <a:xfrm>
            <a:off x="5873884" y="0"/>
            <a:ext cx="6318116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pt-BR" b="1" i="0" dirty="0">
                <a:solidFill>
                  <a:schemeClr val="bg1"/>
                </a:solidFill>
                <a:effectLst/>
                <a:latin typeface="Arial"/>
                <a:cs typeface="Arial"/>
              </a:rPr>
              <a:t>Professor Lenon Fachiano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DFEA2DD0-071A-2C66-7FBF-02F2C8614E82}"/>
              </a:ext>
            </a:extLst>
          </p:cNvPr>
          <p:cNvCxnSpPr>
            <a:cxnSpLocks/>
          </p:cNvCxnSpPr>
          <p:nvPr/>
        </p:nvCxnSpPr>
        <p:spPr>
          <a:xfrm>
            <a:off x="0" y="369332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8EEBADD-3B7E-BFB7-904C-A1FCC3DF0DBF}"/>
              </a:ext>
            </a:extLst>
          </p:cNvPr>
          <p:cNvSpPr txBox="1"/>
          <p:nvPr/>
        </p:nvSpPr>
        <p:spPr>
          <a:xfrm>
            <a:off x="441324" y="767162"/>
            <a:ext cx="11284419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4400" dirty="0">
                <a:solidFill>
                  <a:srgbClr val="FFFFFF"/>
                </a:solidFill>
              </a:rPr>
              <a:t>...Na aula anterior</a:t>
            </a:r>
            <a:endParaRPr lang="pt-BR" dirty="0">
              <a:solidFill>
                <a:srgbClr val="000000"/>
              </a:solidFill>
            </a:endParaRPr>
          </a:p>
        </p:txBody>
      </p:sp>
      <p:graphicFrame>
        <p:nvGraphicFramePr>
          <p:cNvPr id="10" name="Diagrama 9">
            <a:extLst>
              <a:ext uri="{FF2B5EF4-FFF2-40B4-BE49-F238E27FC236}">
                <a16:creationId xmlns:a16="http://schemas.microsoft.com/office/drawing/2014/main" id="{F3597C26-1974-8351-3025-587F685950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0631237"/>
              </p:ext>
            </p:extLst>
          </p:nvPr>
        </p:nvGraphicFramePr>
        <p:xfrm>
          <a:off x="819484" y="1858537"/>
          <a:ext cx="11029616" cy="2062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42682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4601C1-A403-DB4D-51D8-F1148C522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1D0C82F-7A00-23A7-63A8-91751C9DCC87}"/>
              </a:ext>
            </a:extLst>
          </p:cNvPr>
          <p:cNvSpPr txBox="1"/>
          <p:nvPr/>
        </p:nvSpPr>
        <p:spPr>
          <a:xfrm>
            <a:off x="0" y="0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pt-BR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Programação Web Java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5A4BF539-FA5E-E307-6301-A3D23C2AC93F}"/>
              </a:ext>
            </a:extLst>
          </p:cNvPr>
          <p:cNvGrpSpPr/>
          <p:nvPr/>
        </p:nvGrpSpPr>
        <p:grpSpPr>
          <a:xfrm>
            <a:off x="0" y="6076841"/>
            <a:ext cx="12192000" cy="781159"/>
            <a:chOff x="0" y="6076841"/>
            <a:chExt cx="12192000" cy="781159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D0822356-6E8B-F46A-D462-DE8335FC1E48}"/>
                </a:ext>
              </a:extLst>
            </p:cNvPr>
            <p:cNvSpPr/>
            <p:nvPr/>
          </p:nvSpPr>
          <p:spPr>
            <a:xfrm>
              <a:off x="0" y="6076841"/>
              <a:ext cx="12192000" cy="781159"/>
            </a:xfrm>
            <a:prstGeom prst="rect">
              <a:avLst/>
            </a:prstGeom>
            <a:solidFill>
              <a:srgbClr val="0137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7" name="Imagem 6" descr="Logotipo&#10;&#10;O conteúdo gerado por IA pode estar incorreto.">
              <a:extLst>
                <a:ext uri="{FF2B5EF4-FFF2-40B4-BE49-F238E27FC236}">
                  <a16:creationId xmlns:a16="http://schemas.microsoft.com/office/drawing/2014/main" id="{5EBE3AE3-782A-9046-4F58-4FF66FB8F8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3733" y="6076841"/>
              <a:ext cx="2448267" cy="781159"/>
            </a:xfrm>
            <a:prstGeom prst="rect">
              <a:avLst/>
            </a:prstGeom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58F2FF86-78BC-00F1-6377-0FA663CBEC45}"/>
              </a:ext>
            </a:extLst>
          </p:cNvPr>
          <p:cNvSpPr txBox="1"/>
          <p:nvPr/>
        </p:nvSpPr>
        <p:spPr>
          <a:xfrm>
            <a:off x="8241102" y="0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pt-BR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Professor Lenon Fachiano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7A8517B-8522-B0B5-7384-6446F6611B88}"/>
              </a:ext>
            </a:extLst>
          </p:cNvPr>
          <p:cNvCxnSpPr>
            <a:cxnSpLocks/>
          </p:cNvCxnSpPr>
          <p:nvPr/>
        </p:nvCxnSpPr>
        <p:spPr>
          <a:xfrm>
            <a:off x="0" y="369332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48E9037B-5907-7415-B493-5AF844C0D2C7}"/>
              </a:ext>
            </a:extLst>
          </p:cNvPr>
          <p:cNvSpPr txBox="1"/>
          <p:nvPr/>
        </p:nvSpPr>
        <p:spPr>
          <a:xfrm>
            <a:off x="100562" y="2838365"/>
            <a:ext cx="11269402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4400" dirty="0">
                <a:solidFill>
                  <a:srgbClr val="FFFFFF"/>
                </a:solidFill>
              </a:rPr>
              <a:t>REQUISIÇÕES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7767732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8FCC9C-26FF-CDC1-9F8F-DB1FB2040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FE08EC58-3C0C-D8E6-8554-879995D6BF89}"/>
              </a:ext>
            </a:extLst>
          </p:cNvPr>
          <p:cNvSpPr txBox="1"/>
          <p:nvPr/>
        </p:nvSpPr>
        <p:spPr>
          <a:xfrm>
            <a:off x="0" y="0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pt-BR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Programação Web Java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1DE1D3C9-C7E9-78B4-32BE-34DC3C33DDD3}"/>
              </a:ext>
            </a:extLst>
          </p:cNvPr>
          <p:cNvGrpSpPr/>
          <p:nvPr/>
        </p:nvGrpSpPr>
        <p:grpSpPr>
          <a:xfrm>
            <a:off x="0" y="6076841"/>
            <a:ext cx="12192000" cy="781159"/>
            <a:chOff x="0" y="6076841"/>
            <a:chExt cx="12192000" cy="781159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769B0AFC-788C-BB1E-1FC0-AEAAC3E88DBD}"/>
                </a:ext>
              </a:extLst>
            </p:cNvPr>
            <p:cNvSpPr/>
            <p:nvPr/>
          </p:nvSpPr>
          <p:spPr>
            <a:xfrm>
              <a:off x="0" y="6076841"/>
              <a:ext cx="12192000" cy="781159"/>
            </a:xfrm>
            <a:prstGeom prst="rect">
              <a:avLst/>
            </a:prstGeom>
            <a:solidFill>
              <a:srgbClr val="0137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7" name="Imagem 6" descr="Logotipo&#10;&#10;O conteúdo gerado por IA pode estar incorreto.">
              <a:extLst>
                <a:ext uri="{FF2B5EF4-FFF2-40B4-BE49-F238E27FC236}">
                  <a16:creationId xmlns:a16="http://schemas.microsoft.com/office/drawing/2014/main" id="{2C2FB4D6-3ECE-BB60-712B-DAA5610B8F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3733" y="6076841"/>
              <a:ext cx="2448267" cy="781159"/>
            </a:xfrm>
            <a:prstGeom prst="rect">
              <a:avLst/>
            </a:prstGeom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2AAE1D40-688E-66DE-F1DC-68CF7B5B4BE8}"/>
              </a:ext>
            </a:extLst>
          </p:cNvPr>
          <p:cNvSpPr txBox="1"/>
          <p:nvPr/>
        </p:nvSpPr>
        <p:spPr>
          <a:xfrm>
            <a:off x="8241102" y="0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pt-BR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Professor Lenon Fachiano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8AB7907A-ACA1-5088-0E0D-79C69B660500}"/>
              </a:ext>
            </a:extLst>
          </p:cNvPr>
          <p:cNvCxnSpPr>
            <a:cxnSpLocks/>
          </p:cNvCxnSpPr>
          <p:nvPr/>
        </p:nvCxnSpPr>
        <p:spPr>
          <a:xfrm>
            <a:off x="0" y="369332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C3B7A6B1-A35D-8EB2-91A3-93A1AED38974}"/>
              </a:ext>
            </a:extLst>
          </p:cNvPr>
          <p:cNvSpPr txBox="1"/>
          <p:nvPr/>
        </p:nvSpPr>
        <p:spPr>
          <a:xfrm>
            <a:off x="488489" y="721137"/>
            <a:ext cx="11269402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4400" dirty="0">
                <a:solidFill>
                  <a:srgbClr val="FFFFFF"/>
                </a:solidFill>
              </a:rPr>
              <a:t>REQUISIÇÕES</a:t>
            </a:r>
            <a:endParaRPr lang="pt-BR" sz="3200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8E8BB00-D7D5-FB36-CB51-4A1D57693A0B}"/>
              </a:ext>
            </a:extLst>
          </p:cNvPr>
          <p:cNvSpPr txBox="1"/>
          <p:nvPr/>
        </p:nvSpPr>
        <p:spPr>
          <a:xfrm>
            <a:off x="801011" y="2035951"/>
            <a:ext cx="1102961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3200" b="1" dirty="0" err="1">
                <a:solidFill>
                  <a:srgbClr val="FFFFFF"/>
                </a:solidFill>
              </a:rPr>
              <a:t>Servlets</a:t>
            </a:r>
            <a:r>
              <a:rPr lang="pt-BR" sz="3200" b="1" dirty="0">
                <a:solidFill>
                  <a:srgbClr val="FFFFFF"/>
                </a:solidFill>
              </a:rPr>
              <a:t> </a:t>
            </a:r>
            <a:r>
              <a:rPr lang="pt-BR" sz="3200" dirty="0">
                <a:solidFill>
                  <a:srgbClr val="FFFFFF"/>
                </a:solidFill>
              </a:rPr>
              <a:t>são acessados por meio de URL</a:t>
            </a:r>
            <a:endParaRPr lang="pt-BR" sz="3200" b="1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FB62FD2-E8BC-D9B2-83F4-BC0D7485E717}"/>
              </a:ext>
            </a:extLst>
          </p:cNvPr>
          <p:cNvSpPr txBox="1"/>
          <p:nvPr/>
        </p:nvSpPr>
        <p:spPr>
          <a:xfrm>
            <a:off x="728275" y="3382914"/>
            <a:ext cx="1102961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3200" dirty="0">
                <a:solidFill>
                  <a:srgbClr val="FFFFFF"/>
                </a:solidFill>
              </a:rPr>
              <a:t>Métodos GET e POST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6851039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D83746-D8F3-599D-BBF5-E00AEF117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5966093-5DA5-E7D7-98E8-9348E95A9A64}"/>
              </a:ext>
            </a:extLst>
          </p:cNvPr>
          <p:cNvSpPr txBox="1"/>
          <p:nvPr/>
        </p:nvSpPr>
        <p:spPr>
          <a:xfrm>
            <a:off x="0" y="0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pt-BR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Programação Web Java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7B6F12F0-6E85-6611-05D9-549323335866}"/>
              </a:ext>
            </a:extLst>
          </p:cNvPr>
          <p:cNvGrpSpPr/>
          <p:nvPr/>
        </p:nvGrpSpPr>
        <p:grpSpPr>
          <a:xfrm>
            <a:off x="0" y="6076841"/>
            <a:ext cx="12192000" cy="781159"/>
            <a:chOff x="0" y="6076841"/>
            <a:chExt cx="12192000" cy="781159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6A2E2C40-2407-9B6C-4EC6-30E1FC6FFDAB}"/>
                </a:ext>
              </a:extLst>
            </p:cNvPr>
            <p:cNvSpPr/>
            <p:nvPr/>
          </p:nvSpPr>
          <p:spPr>
            <a:xfrm>
              <a:off x="0" y="6076841"/>
              <a:ext cx="12192000" cy="781159"/>
            </a:xfrm>
            <a:prstGeom prst="rect">
              <a:avLst/>
            </a:prstGeom>
            <a:solidFill>
              <a:srgbClr val="0137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7" name="Imagem 6" descr="Logotipo&#10;&#10;O conteúdo gerado por IA pode estar incorreto.">
              <a:extLst>
                <a:ext uri="{FF2B5EF4-FFF2-40B4-BE49-F238E27FC236}">
                  <a16:creationId xmlns:a16="http://schemas.microsoft.com/office/drawing/2014/main" id="{9BB2C97A-DD25-7A40-D8F2-71C9113E97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3733" y="6076841"/>
              <a:ext cx="2448267" cy="781159"/>
            </a:xfrm>
            <a:prstGeom prst="rect">
              <a:avLst/>
            </a:prstGeom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19F157CA-3FAB-66DF-9330-9861B907E90F}"/>
              </a:ext>
            </a:extLst>
          </p:cNvPr>
          <p:cNvSpPr txBox="1"/>
          <p:nvPr/>
        </p:nvSpPr>
        <p:spPr>
          <a:xfrm>
            <a:off x="8241102" y="0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pt-BR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Professor Lenon Fachiano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E30EE97-E46F-82EA-2103-0EA6534390AD}"/>
              </a:ext>
            </a:extLst>
          </p:cNvPr>
          <p:cNvCxnSpPr>
            <a:cxnSpLocks/>
          </p:cNvCxnSpPr>
          <p:nvPr/>
        </p:nvCxnSpPr>
        <p:spPr>
          <a:xfrm>
            <a:off x="0" y="369332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E71CC0D4-3CAD-3C9D-7C40-15BF8F83BFB5}"/>
              </a:ext>
            </a:extLst>
          </p:cNvPr>
          <p:cNvSpPr txBox="1"/>
          <p:nvPr/>
        </p:nvSpPr>
        <p:spPr>
          <a:xfrm>
            <a:off x="488489" y="721137"/>
            <a:ext cx="11269402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4400" dirty="0">
                <a:solidFill>
                  <a:srgbClr val="FFFFFF"/>
                </a:solidFill>
              </a:rPr>
              <a:t>REQUISIÇÕES - Exemplo</a:t>
            </a:r>
            <a:endParaRPr lang="pt-BR" sz="32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9ED86F5-22C1-B0AB-F137-ABE19D3D7A9A}"/>
              </a:ext>
            </a:extLst>
          </p:cNvPr>
          <p:cNvSpPr txBox="1"/>
          <p:nvPr/>
        </p:nvSpPr>
        <p:spPr>
          <a:xfrm>
            <a:off x="728275" y="1490578"/>
            <a:ext cx="11029616" cy="22467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https://camarapprudente.sp.gov.br/site/VIGESIMA-TERCEIRA-C%C3%82MARA---19--LEGISLATURA/Parlamentar/ARISTEU-SANTOS-PENALVA-DE-OLIVEIRA/?pag=T1RjPU9EZz1PVFU9T0dFPU9EWT1PR0k9T1RZPU9XST0=&amp;idver=1463&amp;idleg=23</a:t>
            </a:r>
            <a:endParaRPr lang="pt-BR" sz="2800" dirty="0">
              <a:solidFill>
                <a:schemeClr val="bg1"/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415E8CC-58CB-504F-56EA-72DB1FC37D72}"/>
              </a:ext>
            </a:extLst>
          </p:cNvPr>
          <p:cNvSpPr txBox="1"/>
          <p:nvPr/>
        </p:nvSpPr>
        <p:spPr>
          <a:xfrm>
            <a:off x="803564" y="4491398"/>
            <a:ext cx="11029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https://www.cmprudente.com:8443/escolalegis/contato/</a:t>
            </a:r>
            <a:r>
              <a:rPr lang="pt-BR" sz="2800" dirty="0">
                <a:solidFill>
                  <a:schemeClr val="bg1"/>
                </a:solidFill>
              </a:rPr>
              <a:t>inicia</a:t>
            </a:r>
          </a:p>
        </p:txBody>
      </p:sp>
    </p:spTree>
    <p:extLst>
      <p:ext uri="{BB962C8B-B14F-4D97-AF65-F5344CB8AC3E}">
        <p14:creationId xmlns:p14="http://schemas.microsoft.com/office/powerpoint/2010/main" val="28498469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2209EB-32C9-E42F-C012-724581E2E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2189E524-B3F3-890D-08EA-9F86DCF0F480}"/>
              </a:ext>
            </a:extLst>
          </p:cNvPr>
          <p:cNvSpPr txBox="1"/>
          <p:nvPr/>
        </p:nvSpPr>
        <p:spPr>
          <a:xfrm>
            <a:off x="0" y="0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pt-BR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Programação Web Java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CFD8B1AF-D1E0-FA75-B260-9494852CE7CD}"/>
              </a:ext>
            </a:extLst>
          </p:cNvPr>
          <p:cNvGrpSpPr/>
          <p:nvPr/>
        </p:nvGrpSpPr>
        <p:grpSpPr>
          <a:xfrm>
            <a:off x="0" y="6076841"/>
            <a:ext cx="12192000" cy="781159"/>
            <a:chOff x="0" y="6076841"/>
            <a:chExt cx="12192000" cy="781159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1BAE172A-7249-2795-B54E-701B615F480D}"/>
                </a:ext>
              </a:extLst>
            </p:cNvPr>
            <p:cNvSpPr/>
            <p:nvPr/>
          </p:nvSpPr>
          <p:spPr>
            <a:xfrm>
              <a:off x="0" y="6076841"/>
              <a:ext cx="12192000" cy="781159"/>
            </a:xfrm>
            <a:prstGeom prst="rect">
              <a:avLst/>
            </a:prstGeom>
            <a:solidFill>
              <a:srgbClr val="0137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7" name="Imagem 6" descr="Logotipo&#10;&#10;O conteúdo gerado por IA pode estar incorreto.">
              <a:extLst>
                <a:ext uri="{FF2B5EF4-FFF2-40B4-BE49-F238E27FC236}">
                  <a16:creationId xmlns:a16="http://schemas.microsoft.com/office/drawing/2014/main" id="{995DCA26-84E5-5E39-6FE4-298E3E3961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3733" y="6076841"/>
              <a:ext cx="2448267" cy="781159"/>
            </a:xfrm>
            <a:prstGeom prst="rect">
              <a:avLst/>
            </a:prstGeom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B6C1B82B-9307-6B9F-39BB-7D067F0FA8CA}"/>
              </a:ext>
            </a:extLst>
          </p:cNvPr>
          <p:cNvSpPr txBox="1"/>
          <p:nvPr/>
        </p:nvSpPr>
        <p:spPr>
          <a:xfrm>
            <a:off x="8241102" y="0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pt-BR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Professor Lenon Fachiano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E00E056-802C-F33A-CF31-51538B83040C}"/>
              </a:ext>
            </a:extLst>
          </p:cNvPr>
          <p:cNvCxnSpPr>
            <a:cxnSpLocks/>
          </p:cNvCxnSpPr>
          <p:nvPr/>
        </p:nvCxnSpPr>
        <p:spPr>
          <a:xfrm>
            <a:off x="0" y="369332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8DB17EED-7F6C-E710-7154-ECE5A3D3CA2C}"/>
              </a:ext>
            </a:extLst>
          </p:cNvPr>
          <p:cNvSpPr txBox="1"/>
          <p:nvPr/>
        </p:nvSpPr>
        <p:spPr>
          <a:xfrm>
            <a:off x="488489" y="721137"/>
            <a:ext cx="11269402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4400" dirty="0">
                <a:solidFill>
                  <a:srgbClr val="FFFFFF"/>
                </a:solidFill>
              </a:rPr>
              <a:t>REQUISIÇÕES – Exemplo GET</a:t>
            </a:r>
            <a:endParaRPr lang="pt-BR" sz="320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0EDB802F-0C4A-416F-21F5-462074FCD7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17" y="1711446"/>
            <a:ext cx="10942566" cy="324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9922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E6F2B2-639C-9E16-67CB-DD1D38309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369B300A-013C-286C-3BAD-B0394B229604}"/>
              </a:ext>
            </a:extLst>
          </p:cNvPr>
          <p:cNvSpPr txBox="1"/>
          <p:nvPr/>
        </p:nvSpPr>
        <p:spPr>
          <a:xfrm>
            <a:off x="0" y="0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pt-BR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Programação Web Java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5EFB1706-6CD9-40CD-15E4-2637737B486F}"/>
              </a:ext>
            </a:extLst>
          </p:cNvPr>
          <p:cNvGrpSpPr/>
          <p:nvPr/>
        </p:nvGrpSpPr>
        <p:grpSpPr>
          <a:xfrm>
            <a:off x="0" y="6076841"/>
            <a:ext cx="12192000" cy="781159"/>
            <a:chOff x="0" y="6076841"/>
            <a:chExt cx="12192000" cy="781159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0B2ED4DD-FA10-39DE-3545-38895A66B664}"/>
                </a:ext>
              </a:extLst>
            </p:cNvPr>
            <p:cNvSpPr/>
            <p:nvPr/>
          </p:nvSpPr>
          <p:spPr>
            <a:xfrm>
              <a:off x="0" y="6076841"/>
              <a:ext cx="12192000" cy="781159"/>
            </a:xfrm>
            <a:prstGeom prst="rect">
              <a:avLst/>
            </a:prstGeom>
            <a:solidFill>
              <a:srgbClr val="0137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7" name="Imagem 6" descr="Logotipo&#10;&#10;O conteúdo gerado por IA pode estar incorreto.">
              <a:extLst>
                <a:ext uri="{FF2B5EF4-FFF2-40B4-BE49-F238E27FC236}">
                  <a16:creationId xmlns:a16="http://schemas.microsoft.com/office/drawing/2014/main" id="{D8BCDF01-0352-9E00-34DF-9FAB74BD78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3733" y="6076841"/>
              <a:ext cx="2448267" cy="781159"/>
            </a:xfrm>
            <a:prstGeom prst="rect">
              <a:avLst/>
            </a:prstGeom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A8DA07ED-1392-470C-2BAB-3F390745FF0D}"/>
              </a:ext>
            </a:extLst>
          </p:cNvPr>
          <p:cNvSpPr txBox="1"/>
          <p:nvPr/>
        </p:nvSpPr>
        <p:spPr>
          <a:xfrm>
            <a:off x="8241102" y="0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pt-BR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Professor Lenon Fachiano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B8A7C8D-66ED-EE69-1652-EBAD49132FB3}"/>
              </a:ext>
            </a:extLst>
          </p:cNvPr>
          <p:cNvCxnSpPr>
            <a:cxnSpLocks/>
          </p:cNvCxnSpPr>
          <p:nvPr/>
        </p:nvCxnSpPr>
        <p:spPr>
          <a:xfrm>
            <a:off x="0" y="369332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D3DC3A42-995E-CD1B-1733-CD59D0303484}"/>
              </a:ext>
            </a:extLst>
          </p:cNvPr>
          <p:cNvSpPr txBox="1"/>
          <p:nvPr/>
        </p:nvSpPr>
        <p:spPr>
          <a:xfrm>
            <a:off x="488489" y="721137"/>
            <a:ext cx="11269402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4400" dirty="0">
                <a:solidFill>
                  <a:srgbClr val="FFFFFF"/>
                </a:solidFill>
              </a:rPr>
              <a:t>REQUISIÇÕES</a:t>
            </a:r>
            <a:endParaRPr lang="pt-BR" sz="32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6F18ACA-C3F7-617F-40D7-0EF6CA0EE6D5}"/>
              </a:ext>
            </a:extLst>
          </p:cNvPr>
          <p:cNvSpPr txBox="1"/>
          <p:nvPr/>
        </p:nvSpPr>
        <p:spPr>
          <a:xfrm>
            <a:off x="728275" y="2207137"/>
            <a:ext cx="11029616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3200" b="1" dirty="0">
                <a:solidFill>
                  <a:srgbClr val="FFFFFF"/>
                </a:solidFill>
              </a:rPr>
              <a:t>ATENÇÃO: </a:t>
            </a:r>
            <a:r>
              <a:rPr lang="pt-BR" sz="3200" dirty="0">
                <a:solidFill>
                  <a:srgbClr val="FFFFFF"/>
                </a:solidFill>
              </a:rPr>
              <a:t>A passagem de parâmetro pode ser utilizado para invasão.</a:t>
            </a:r>
            <a:endParaRPr lang="pt-BR" sz="3200" b="1" dirty="0"/>
          </a:p>
        </p:txBody>
      </p:sp>
    </p:spTree>
    <p:extLst>
      <p:ext uri="{BB962C8B-B14F-4D97-AF65-F5344CB8AC3E}">
        <p14:creationId xmlns:p14="http://schemas.microsoft.com/office/powerpoint/2010/main" val="6342030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354892-F695-FD9B-00D1-871815A53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1183DA8E-FDB5-3B95-818B-648C089E0940}"/>
              </a:ext>
            </a:extLst>
          </p:cNvPr>
          <p:cNvSpPr txBox="1"/>
          <p:nvPr/>
        </p:nvSpPr>
        <p:spPr>
          <a:xfrm>
            <a:off x="0" y="0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pt-BR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Programação Web Java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BB5A977B-8DE9-F19E-0D9B-D2F81050B379}"/>
              </a:ext>
            </a:extLst>
          </p:cNvPr>
          <p:cNvGrpSpPr/>
          <p:nvPr/>
        </p:nvGrpSpPr>
        <p:grpSpPr>
          <a:xfrm>
            <a:off x="0" y="6076841"/>
            <a:ext cx="12192000" cy="781159"/>
            <a:chOff x="0" y="6076841"/>
            <a:chExt cx="12192000" cy="781159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DE100097-08FF-6588-2BE5-51915F7DF57D}"/>
                </a:ext>
              </a:extLst>
            </p:cNvPr>
            <p:cNvSpPr/>
            <p:nvPr/>
          </p:nvSpPr>
          <p:spPr>
            <a:xfrm>
              <a:off x="0" y="6076841"/>
              <a:ext cx="12192000" cy="781159"/>
            </a:xfrm>
            <a:prstGeom prst="rect">
              <a:avLst/>
            </a:prstGeom>
            <a:solidFill>
              <a:srgbClr val="0137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7" name="Imagem 6" descr="Logotipo&#10;&#10;O conteúdo gerado por IA pode estar incorreto.">
              <a:extLst>
                <a:ext uri="{FF2B5EF4-FFF2-40B4-BE49-F238E27FC236}">
                  <a16:creationId xmlns:a16="http://schemas.microsoft.com/office/drawing/2014/main" id="{788BF039-DDFB-E1D2-8844-DCBDA7991F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3733" y="6076841"/>
              <a:ext cx="2448267" cy="781159"/>
            </a:xfrm>
            <a:prstGeom prst="rect">
              <a:avLst/>
            </a:prstGeom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CC8907A8-82AE-130E-3D42-9D43F6CC0657}"/>
              </a:ext>
            </a:extLst>
          </p:cNvPr>
          <p:cNvSpPr txBox="1"/>
          <p:nvPr/>
        </p:nvSpPr>
        <p:spPr>
          <a:xfrm>
            <a:off x="8241102" y="0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pt-BR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Professor Lenon Fachiano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72F4C917-0075-0CF3-E8FB-CEBCD2A1351A}"/>
              </a:ext>
            </a:extLst>
          </p:cNvPr>
          <p:cNvCxnSpPr>
            <a:cxnSpLocks/>
          </p:cNvCxnSpPr>
          <p:nvPr/>
        </p:nvCxnSpPr>
        <p:spPr>
          <a:xfrm>
            <a:off x="0" y="369332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69C55EBC-836C-7A67-79B1-48DA33C6A314}"/>
              </a:ext>
            </a:extLst>
          </p:cNvPr>
          <p:cNvSpPr txBox="1"/>
          <p:nvPr/>
        </p:nvSpPr>
        <p:spPr>
          <a:xfrm>
            <a:off x="488489" y="721137"/>
            <a:ext cx="11269402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4400" dirty="0">
                <a:solidFill>
                  <a:srgbClr val="FFFFFF"/>
                </a:solidFill>
              </a:rPr>
              <a:t>REQUISIÇÕES</a:t>
            </a:r>
            <a:endParaRPr lang="pt-BR" sz="32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FDE5951-E573-EBA1-722C-C0574858637B}"/>
              </a:ext>
            </a:extLst>
          </p:cNvPr>
          <p:cNvSpPr txBox="1"/>
          <p:nvPr/>
        </p:nvSpPr>
        <p:spPr>
          <a:xfrm>
            <a:off x="801011" y="2035951"/>
            <a:ext cx="1102961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rPr lang="pt-BR" b="0" dirty="0"/>
              <a:t>Além do método </a:t>
            </a:r>
            <a:r>
              <a:rPr lang="pt-BR" b="0" i="1" dirty="0" err="1"/>
              <a:t>getParameter</a:t>
            </a:r>
            <a:r>
              <a:rPr lang="pt-BR" b="0" i="1" dirty="0"/>
              <a:t>()</a:t>
            </a:r>
            <a:r>
              <a:rPr lang="pt-BR" b="0" dirty="0"/>
              <a:t>, a classe </a:t>
            </a:r>
            <a:r>
              <a:rPr lang="pt-BR" b="0" dirty="0" err="1"/>
              <a:t>HttpServletRequest</a:t>
            </a:r>
            <a:r>
              <a:rPr lang="pt-BR" b="0" dirty="0"/>
              <a:t> possui vários outros métodos.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D8679B4-65D2-0E32-5D00-60468E77BB48}"/>
              </a:ext>
            </a:extLst>
          </p:cNvPr>
          <p:cNvSpPr txBox="1"/>
          <p:nvPr/>
        </p:nvSpPr>
        <p:spPr>
          <a:xfrm>
            <a:off x="801011" y="3658542"/>
            <a:ext cx="11029616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rPr lang="pt-BR" b="0" dirty="0"/>
              <a:t>Um exemplo é o método </a:t>
            </a:r>
            <a:r>
              <a:rPr lang="pt-BR" b="0" i="1" dirty="0" err="1"/>
              <a:t>getParametersName</a:t>
            </a:r>
            <a:r>
              <a:rPr lang="pt-BR" b="0" i="1" dirty="0"/>
              <a:t>(), </a:t>
            </a:r>
            <a:r>
              <a:rPr lang="pt-BR" b="0" dirty="0"/>
              <a:t>que retorna os nomes dos parâmetros passados.</a:t>
            </a:r>
            <a:endParaRPr lang="pt-BR" b="0" i="1" dirty="0"/>
          </a:p>
        </p:txBody>
      </p:sp>
    </p:spTree>
    <p:extLst>
      <p:ext uri="{BB962C8B-B14F-4D97-AF65-F5344CB8AC3E}">
        <p14:creationId xmlns:p14="http://schemas.microsoft.com/office/powerpoint/2010/main" val="42668506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52D8BA-5A65-F2F8-3E07-51EDC4876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5A99F3F-05C2-93E7-F729-FDE625F7D7B1}"/>
              </a:ext>
            </a:extLst>
          </p:cNvPr>
          <p:cNvSpPr txBox="1"/>
          <p:nvPr/>
        </p:nvSpPr>
        <p:spPr>
          <a:xfrm>
            <a:off x="0" y="0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pt-BR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Programação Web Java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187BDD9C-B010-CDEB-D6F3-C80CB7D54470}"/>
              </a:ext>
            </a:extLst>
          </p:cNvPr>
          <p:cNvGrpSpPr/>
          <p:nvPr/>
        </p:nvGrpSpPr>
        <p:grpSpPr>
          <a:xfrm>
            <a:off x="0" y="6076841"/>
            <a:ext cx="12192000" cy="781159"/>
            <a:chOff x="0" y="6076841"/>
            <a:chExt cx="12192000" cy="781159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CA858C2D-184D-816A-C947-00929A0E7CF0}"/>
                </a:ext>
              </a:extLst>
            </p:cNvPr>
            <p:cNvSpPr/>
            <p:nvPr/>
          </p:nvSpPr>
          <p:spPr>
            <a:xfrm>
              <a:off x="0" y="6076841"/>
              <a:ext cx="12192000" cy="781159"/>
            </a:xfrm>
            <a:prstGeom prst="rect">
              <a:avLst/>
            </a:prstGeom>
            <a:solidFill>
              <a:srgbClr val="0137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7" name="Imagem 6" descr="Logotipo&#10;&#10;O conteúdo gerado por IA pode estar incorreto.">
              <a:extLst>
                <a:ext uri="{FF2B5EF4-FFF2-40B4-BE49-F238E27FC236}">
                  <a16:creationId xmlns:a16="http://schemas.microsoft.com/office/drawing/2014/main" id="{BBF9E89E-BFB0-9251-78D2-F8B81612B0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3733" y="6076841"/>
              <a:ext cx="2448267" cy="781159"/>
            </a:xfrm>
            <a:prstGeom prst="rect">
              <a:avLst/>
            </a:prstGeom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607D0C3D-EA32-5449-C48F-07E2AB4722ED}"/>
              </a:ext>
            </a:extLst>
          </p:cNvPr>
          <p:cNvSpPr txBox="1"/>
          <p:nvPr/>
        </p:nvSpPr>
        <p:spPr>
          <a:xfrm>
            <a:off x="8241102" y="0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pt-BR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Professor Lenon Fachiano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9BA52E9C-46C6-BCC1-7EA2-85433A1C71F0}"/>
              </a:ext>
            </a:extLst>
          </p:cNvPr>
          <p:cNvCxnSpPr>
            <a:cxnSpLocks/>
          </p:cNvCxnSpPr>
          <p:nvPr/>
        </p:nvCxnSpPr>
        <p:spPr>
          <a:xfrm>
            <a:off x="0" y="369332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D2E0D4CD-E73A-F48F-5080-1A341F16BA51}"/>
              </a:ext>
            </a:extLst>
          </p:cNvPr>
          <p:cNvSpPr txBox="1"/>
          <p:nvPr/>
        </p:nvSpPr>
        <p:spPr>
          <a:xfrm>
            <a:off x="488489" y="721137"/>
            <a:ext cx="11269402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4400" dirty="0">
                <a:solidFill>
                  <a:srgbClr val="FFFFFF"/>
                </a:solidFill>
              </a:rPr>
              <a:t>REQUISIÇÕES</a:t>
            </a:r>
            <a:endParaRPr lang="pt-BR" sz="32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83A15376-9A65-9FA0-ADAE-5E778ACCDD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47125" y="1795987"/>
            <a:ext cx="9497750" cy="326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1784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49D79D-F70A-C91B-345A-D3DE24120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847D112-D44F-810E-4FC4-EFF308BA8179}"/>
              </a:ext>
            </a:extLst>
          </p:cNvPr>
          <p:cNvSpPr txBox="1"/>
          <p:nvPr/>
        </p:nvSpPr>
        <p:spPr>
          <a:xfrm>
            <a:off x="0" y="0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pt-BR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Programação Web Java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C401BD07-0465-EE55-5A37-2479519EFC5C}"/>
              </a:ext>
            </a:extLst>
          </p:cNvPr>
          <p:cNvGrpSpPr/>
          <p:nvPr/>
        </p:nvGrpSpPr>
        <p:grpSpPr>
          <a:xfrm>
            <a:off x="0" y="6076841"/>
            <a:ext cx="12192000" cy="781159"/>
            <a:chOff x="0" y="6076841"/>
            <a:chExt cx="12192000" cy="781159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A26B1A33-B04C-DDA5-4F19-296BA1B9AC3C}"/>
                </a:ext>
              </a:extLst>
            </p:cNvPr>
            <p:cNvSpPr/>
            <p:nvPr/>
          </p:nvSpPr>
          <p:spPr>
            <a:xfrm>
              <a:off x="0" y="6076841"/>
              <a:ext cx="12192000" cy="781159"/>
            </a:xfrm>
            <a:prstGeom prst="rect">
              <a:avLst/>
            </a:prstGeom>
            <a:solidFill>
              <a:srgbClr val="0137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7" name="Imagem 6" descr="Logotipo&#10;&#10;O conteúdo gerado por IA pode estar incorreto.">
              <a:extLst>
                <a:ext uri="{FF2B5EF4-FFF2-40B4-BE49-F238E27FC236}">
                  <a16:creationId xmlns:a16="http://schemas.microsoft.com/office/drawing/2014/main" id="{3C50E3D8-5629-5818-1CC9-4400AF6E4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3733" y="6076841"/>
              <a:ext cx="2448267" cy="781159"/>
            </a:xfrm>
            <a:prstGeom prst="rect">
              <a:avLst/>
            </a:prstGeom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FB8299F1-65FC-C768-B6C8-CBA7765253EB}"/>
              </a:ext>
            </a:extLst>
          </p:cNvPr>
          <p:cNvSpPr txBox="1"/>
          <p:nvPr/>
        </p:nvSpPr>
        <p:spPr>
          <a:xfrm>
            <a:off x="8241102" y="0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pt-BR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Professor Lenon Fachiano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991FAA3B-9DC1-BF72-F246-0E12B578DCE5}"/>
              </a:ext>
            </a:extLst>
          </p:cNvPr>
          <p:cNvCxnSpPr>
            <a:cxnSpLocks/>
          </p:cNvCxnSpPr>
          <p:nvPr/>
        </p:nvCxnSpPr>
        <p:spPr>
          <a:xfrm>
            <a:off x="0" y="369332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F18246FD-E739-1022-9359-F1D76425BDF9}"/>
              </a:ext>
            </a:extLst>
          </p:cNvPr>
          <p:cNvSpPr txBox="1"/>
          <p:nvPr/>
        </p:nvSpPr>
        <p:spPr>
          <a:xfrm>
            <a:off x="488489" y="721137"/>
            <a:ext cx="11269402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4400" dirty="0">
                <a:solidFill>
                  <a:srgbClr val="FFFFFF"/>
                </a:solidFill>
              </a:rPr>
              <a:t>Hora de Praticar</a:t>
            </a:r>
            <a:endParaRPr lang="pt-BR" sz="32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F4B58AA-BF22-FF99-D741-A7B549118D24}"/>
              </a:ext>
            </a:extLst>
          </p:cNvPr>
          <p:cNvSpPr txBox="1"/>
          <p:nvPr/>
        </p:nvSpPr>
        <p:spPr>
          <a:xfrm>
            <a:off x="801011" y="2035951"/>
            <a:ext cx="11029616" cy="20621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rPr lang="pt-BR" b="0" dirty="0"/>
              <a:t>Crie uma </a:t>
            </a:r>
            <a:r>
              <a:rPr lang="pt-BR" b="0" dirty="0" err="1"/>
              <a:t>servlet</a:t>
            </a:r>
            <a:r>
              <a:rPr lang="pt-BR" b="0" dirty="0"/>
              <a:t> que ao receber uma requisição GET: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b="0" dirty="0"/>
              <a:t>Exiba a lista de parâmetros;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b="0" dirty="0"/>
              <a:t>Exiba o valor do parâmetro;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b="0" dirty="0"/>
              <a:t>Caso não haja valor, oculte o nome do parâmetro</a:t>
            </a:r>
          </a:p>
        </p:txBody>
      </p:sp>
    </p:spTree>
    <p:extLst>
      <p:ext uri="{BB962C8B-B14F-4D97-AF65-F5344CB8AC3E}">
        <p14:creationId xmlns:p14="http://schemas.microsoft.com/office/powerpoint/2010/main" val="9738286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C8C58B-1ADC-A66A-567F-12E765163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405A244-0683-B89D-897C-DC2A714B2067}"/>
              </a:ext>
            </a:extLst>
          </p:cNvPr>
          <p:cNvSpPr txBox="1"/>
          <p:nvPr/>
        </p:nvSpPr>
        <p:spPr>
          <a:xfrm>
            <a:off x="0" y="0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pt-BR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Programação Web Java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19F665E2-CA5F-3517-947A-DBC992A17166}"/>
              </a:ext>
            </a:extLst>
          </p:cNvPr>
          <p:cNvGrpSpPr/>
          <p:nvPr/>
        </p:nvGrpSpPr>
        <p:grpSpPr>
          <a:xfrm>
            <a:off x="0" y="6076841"/>
            <a:ext cx="12192000" cy="781159"/>
            <a:chOff x="0" y="6076841"/>
            <a:chExt cx="12192000" cy="781159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05B028CE-04E4-F385-CD2A-97E6123D78D0}"/>
                </a:ext>
              </a:extLst>
            </p:cNvPr>
            <p:cNvSpPr/>
            <p:nvPr/>
          </p:nvSpPr>
          <p:spPr>
            <a:xfrm>
              <a:off x="0" y="6076841"/>
              <a:ext cx="12192000" cy="781159"/>
            </a:xfrm>
            <a:prstGeom prst="rect">
              <a:avLst/>
            </a:prstGeom>
            <a:solidFill>
              <a:srgbClr val="0137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7" name="Imagem 6" descr="Logotipo&#10;&#10;O conteúdo gerado por IA pode estar incorreto.">
              <a:extLst>
                <a:ext uri="{FF2B5EF4-FFF2-40B4-BE49-F238E27FC236}">
                  <a16:creationId xmlns:a16="http://schemas.microsoft.com/office/drawing/2014/main" id="{1AD0687B-2F1C-694D-E5B1-D3C1188AA5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3733" y="6076841"/>
              <a:ext cx="2448267" cy="781159"/>
            </a:xfrm>
            <a:prstGeom prst="rect">
              <a:avLst/>
            </a:prstGeom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46625AC3-56B2-952C-D302-91BC2A558426}"/>
              </a:ext>
            </a:extLst>
          </p:cNvPr>
          <p:cNvSpPr txBox="1"/>
          <p:nvPr/>
        </p:nvSpPr>
        <p:spPr>
          <a:xfrm>
            <a:off x="8241102" y="0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pt-BR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Professor Lenon Fachiano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C2C7B51A-C555-341D-BE0B-E6ADCF6F904B}"/>
              </a:ext>
            </a:extLst>
          </p:cNvPr>
          <p:cNvCxnSpPr>
            <a:cxnSpLocks/>
          </p:cNvCxnSpPr>
          <p:nvPr/>
        </p:nvCxnSpPr>
        <p:spPr>
          <a:xfrm>
            <a:off x="0" y="369332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C3778881-6CC9-30EB-8C39-924995DDECD2}"/>
              </a:ext>
            </a:extLst>
          </p:cNvPr>
          <p:cNvSpPr txBox="1"/>
          <p:nvPr/>
        </p:nvSpPr>
        <p:spPr>
          <a:xfrm>
            <a:off x="488489" y="721137"/>
            <a:ext cx="11269402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4400" dirty="0">
                <a:solidFill>
                  <a:srgbClr val="FFFFFF"/>
                </a:solidFill>
              </a:rPr>
              <a:t>REQUISIÇÕES – Exemplo POST</a:t>
            </a:r>
            <a:endParaRPr lang="pt-BR" sz="32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8D7ECA0-33AA-638D-58B4-9AC817FB509C}"/>
              </a:ext>
            </a:extLst>
          </p:cNvPr>
          <p:cNvSpPr txBox="1"/>
          <p:nvPr/>
        </p:nvSpPr>
        <p:spPr>
          <a:xfrm>
            <a:off x="801011" y="2035951"/>
            <a:ext cx="1102961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rPr lang="pt-BR" b="0" dirty="0"/>
              <a:t>Parâmetros não ficam explícitos.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F413704-1CBE-A6B0-BA51-0B8CD93450A2}"/>
              </a:ext>
            </a:extLst>
          </p:cNvPr>
          <p:cNvSpPr txBox="1"/>
          <p:nvPr/>
        </p:nvSpPr>
        <p:spPr>
          <a:xfrm>
            <a:off x="801011" y="2864808"/>
            <a:ext cx="11029616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rPr lang="pt-BR" b="0" dirty="0"/>
              <a:t>Parâmetros de formulário são passados no corpo das requisições.</a:t>
            </a:r>
          </a:p>
        </p:txBody>
      </p:sp>
    </p:spTree>
    <p:extLst>
      <p:ext uri="{BB962C8B-B14F-4D97-AF65-F5344CB8AC3E}">
        <p14:creationId xmlns:p14="http://schemas.microsoft.com/office/powerpoint/2010/main" val="41359790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DB548A-CF11-FD8C-5E89-B5ED538D2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514F651-7F94-E573-4576-53628ACAEA22}"/>
              </a:ext>
            </a:extLst>
          </p:cNvPr>
          <p:cNvSpPr txBox="1"/>
          <p:nvPr/>
        </p:nvSpPr>
        <p:spPr>
          <a:xfrm>
            <a:off x="0" y="0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pt-BR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Programação Web Java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EA63A772-C683-B068-DD5C-38BD9931E5CA}"/>
              </a:ext>
            </a:extLst>
          </p:cNvPr>
          <p:cNvGrpSpPr/>
          <p:nvPr/>
        </p:nvGrpSpPr>
        <p:grpSpPr>
          <a:xfrm>
            <a:off x="0" y="6076841"/>
            <a:ext cx="12192000" cy="781159"/>
            <a:chOff x="0" y="6076841"/>
            <a:chExt cx="12192000" cy="781159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EAFEB549-9ED4-8C5B-85AA-11C440250A4A}"/>
                </a:ext>
              </a:extLst>
            </p:cNvPr>
            <p:cNvSpPr/>
            <p:nvPr/>
          </p:nvSpPr>
          <p:spPr>
            <a:xfrm>
              <a:off x="0" y="6076841"/>
              <a:ext cx="12192000" cy="781159"/>
            </a:xfrm>
            <a:prstGeom prst="rect">
              <a:avLst/>
            </a:prstGeom>
            <a:solidFill>
              <a:srgbClr val="0137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7" name="Imagem 6" descr="Logotipo&#10;&#10;O conteúdo gerado por IA pode estar incorreto.">
              <a:extLst>
                <a:ext uri="{FF2B5EF4-FFF2-40B4-BE49-F238E27FC236}">
                  <a16:creationId xmlns:a16="http://schemas.microsoft.com/office/drawing/2014/main" id="{136E3EC6-62A9-FAA4-54D4-68F4EFF78E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3733" y="6076841"/>
              <a:ext cx="2448267" cy="781159"/>
            </a:xfrm>
            <a:prstGeom prst="rect">
              <a:avLst/>
            </a:prstGeom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E5D0940C-B908-E507-AA10-DE2DEED889ED}"/>
              </a:ext>
            </a:extLst>
          </p:cNvPr>
          <p:cNvSpPr txBox="1"/>
          <p:nvPr/>
        </p:nvSpPr>
        <p:spPr>
          <a:xfrm>
            <a:off x="8241102" y="0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pt-BR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Professor Lenon Fachiano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CD7A67F5-F155-6706-24DC-9CBA04BF5288}"/>
              </a:ext>
            </a:extLst>
          </p:cNvPr>
          <p:cNvCxnSpPr>
            <a:cxnSpLocks/>
          </p:cNvCxnSpPr>
          <p:nvPr/>
        </p:nvCxnSpPr>
        <p:spPr>
          <a:xfrm>
            <a:off x="0" y="369332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2A9B23BA-10A8-B765-330D-7B3A52852607}"/>
              </a:ext>
            </a:extLst>
          </p:cNvPr>
          <p:cNvSpPr txBox="1"/>
          <p:nvPr/>
        </p:nvSpPr>
        <p:spPr>
          <a:xfrm>
            <a:off x="488489" y="721137"/>
            <a:ext cx="11269402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4400" dirty="0">
                <a:solidFill>
                  <a:srgbClr val="FFFFFF"/>
                </a:solidFill>
              </a:rPr>
              <a:t>Hora de Praticar</a:t>
            </a:r>
            <a:endParaRPr lang="pt-BR" sz="32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9F73813-14CF-71D0-D785-F9E954D6B85A}"/>
              </a:ext>
            </a:extLst>
          </p:cNvPr>
          <p:cNvSpPr txBox="1"/>
          <p:nvPr/>
        </p:nvSpPr>
        <p:spPr>
          <a:xfrm>
            <a:off x="801011" y="2035951"/>
            <a:ext cx="11029616" cy="20621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>
              <a:defRPr sz="3200" b="1">
                <a:solidFill>
                  <a:srgbClr val="FFFFFF"/>
                </a:solidFill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b="0" dirty="0"/>
              <a:t>Crie uma </a:t>
            </a:r>
            <a:r>
              <a:rPr lang="pt-BR" b="0" dirty="0" err="1"/>
              <a:t>servlet</a:t>
            </a:r>
            <a:r>
              <a:rPr lang="pt-BR" b="0" dirty="0"/>
              <a:t> que exiba um formulário;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b="0" dirty="0"/>
              <a:t>A </a:t>
            </a:r>
            <a:r>
              <a:rPr lang="pt-BR" b="0" dirty="0" err="1"/>
              <a:t>action</a:t>
            </a:r>
            <a:r>
              <a:rPr lang="pt-BR" b="0" dirty="0"/>
              <a:t> deve direcionar para outra </a:t>
            </a:r>
            <a:r>
              <a:rPr lang="pt-BR" b="0" dirty="0" err="1"/>
              <a:t>servlet</a:t>
            </a:r>
            <a:r>
              <a:rPr lang="pt-BR" b="0" dirty="0"/>
              <a:t> que tratará o post;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b="0" dirty="0"/>
              <a:t>Exiba os parâmetros recebidos.</a:t>
            </a:r>
          </a:p>
        </p:txBody>
      </p:sp>
    </p:spTree>
    <p:extLst>
      <p:ext uri="{BB962C8B-B14F-4D97-AF65-F5344CB8AC3E}">
        <p14:creationId xmlns:p14="http://schemas.microsoft.com/office/powerpoint/2010/main" val="32434219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BB92D3-AD31-1335-EFB2-77A203AB9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F3AEFE58-2888-F94B-A652-44CC5BC0969C}"/>
              </a:ext>
            </a:extLst>
          </p:cNvPr>
          <p:cNvSpPr txBox="1"/>
          <p:nvPr/>
        </p:nvSpPr>
        <p:spPr>
          <a:xfrm>
            <a:off x="0" y="0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pt-BR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Programação Web Java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F549801C-A989-0D4E-9BF7-78F3F17619E0}"/>
              </a:ext>
            </a:extLst>
          </p:cNvPr>
          <p:cNvGrpSpPr/>
          <p:nvPr/>
        </p:nvGrpSpPr>
        <p:grpSpPr>
          <a:xfrm>
            <a:off x="0" y="6076841"/>
            <a:ext cx="12192000" cy="781159"/>
            <a:chOff x="0" y="6076841"/>
            <a:chExt cx="12192000" cy="781159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4EF5407B-8115-9940-AE97-2F1A48118F1D}"/>
                </a:ext>
              </a:extLst>
            </p:cNvPr>
            <p:cNvSpPr/>
            <p:nvPr/>
          </p:nvSpPr>
          <p:spPr>
            <a:xfrm>
              <a:off x="0" y="6076841"/>
              <a:ext cx="12192000" cy="781159"/>
            </a:xfrm>
            <a:prstGeom prst="rect">
              <a:avLst/>
            </a:prstGeom>
            <a:solidFill>
              <a:srgbClr val="0137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7" name="Imagem 6" descr="Logotipo&#10;&#10;O conteúdo gerado por IA pode estar incorreto.">
              <a:extLst>
                <a:ext uri="{FF2B5EF4-FFF2-40B4-BE49-F238E27FC236}">
                  <a16:creationId xmlns:a16="http://schemas.microsoft.com/office/drawing/2014/main" id="{429661EE-2E1C-02D5-98EB-80D940D400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3733" y="6076841"/>
              <a:ext cx="2448267" cy="781159"/>
            </a:xfrm>
            <a:prstGeom prst="rect">
              <a:avLst/>
            </a:prstGeom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EEC7BA6D-4A96-DB37-0F0B-97AF3EA6B71E}"/>
              </a:ext>
            </a:extLst>
          </p:cNvPr>
          <p:cNvSpPr txBox="1"/>
          <p:nvPr/>
        </p:nvSpPr>
        <p:spPr>
          <a:xfrm>
            <a:off x="8241102" y="0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pt-BR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Professor Lenon Fachiano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68C06F01-217C-6CD3-A95C-B0E8F2EC05A6}"/>
              </a:ext>
            </a:extLst>
          </p:cNvPr>
          <p:cNvCxnSpPr>
            <a:cxnSpLocks/>
          </p:cNvCxnSpPr>
          <p:nvPr/>
        </p:nvCxnSpPr>
        <p:spPr>
          <a:xfrm>
            <a:off x="0" y="369332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B0B65ABD-DDBD-81A0-6FE5-41267657C0AD}"/>
              </a:ext>
            </a:extLst>
          </p:cNvPr>
          <p:cNvSpPr txBox="1"/>
          <p:nvPr/>
        </p:nvSpPr>
        <p:spPr>
          <a:xfrm>
            <a:off x="488489" y="721137"/>
            <a:ext cx="11269402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4400" dirty="0">
                <a:solidFill>
                  <a:srgbClr val="FFFFFF"/>
                </a:solidFill>
              </a:rPr>
              <a:t>Hora de Praticar</a:t>
            </a:r>
            <a:endParaRPr lang="pt-BR" sz="32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30920F9-3CEB-07D3-CFA5-295DB2A60240}"/>
              </a:ext>
            </a:extLst>
          </p:cNvPr>
          <p:cNvSpPr txBox="1"/>
          <p:nvPr/>
        </p:nvSpPr>
        <p:spPr>
          <a:xfrm>
            <a:off x="810248" y="1690575"/>
            <a:ext cx="1102961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>
              <a:defRPr sz="3200" b="1">
                <a:solidFill>
                  <a:srgbClr val="FFFFFF"/>
                </a:solidFill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b="0" dirty="0"/>
              <a:t>Exemplo de </a:t>
            </a:r>
            <a:r>
              <a:rPr lang="pt-BR" b="0" dirty="0" err="1"/>
              <a:t>form</a:t>
            </a:r>
            <a:r>
              <a:rPr lang="pt-BR" b="0" dirty="0"/>
              <a:t>: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411B6AF-0787-A4AC-1980-3D14E69EE14D}"/>
              </a:ext>
            </a:extLst>
          </p:cNvPr>
          <p:cNvSpPr txBox="1"/>
          <p:nvPr/>
        </p:nvSpPr>
        <p:spPr>
          <a:xfrm>
            <a:off x="1163782" y="2575281"/>
            <a:ext cx="615141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pt-BR" sz="1400" dirty="0" err="1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PrintWriter</a:t>
            </a:r>
            <a:r>
              <a:rPr lang="pt-BR" sz="140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pw</a:t>
            </a:r>
            <a:r>
              <a:rPr lang="pt-BR" sz="140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response</a:t>
            </a:r>
            <a:r>
              <a:rPr lang="pt-BR" sz="1400" dirty="0" err="1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.getWriter</a:t>
            </a:r>
            <a:r>
              <a:rPr lang="pt-BR" sz="140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();</a:t>
            </a:r>
          </a:p>
          <a:p>
            <a:pPr marL="0" marR="0">
              <a:buNone/>
            </a:pPr>
            <a:r>
              <a:rPr lang="pt-BR" sz="1400" dirty="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pw</a:t>
            </a:r>
            <a:r>
              <a:rPr lang="pt-BR" sz="1400" dirty="0" err="1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.write</a:t>
            </a:r>
            <a:r>
              <a:rPr lang="pt-BR" sz="140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"&lt;</a:t>
            </a:r>
            <a:r>
              <a:rPr lang="pt-BR" sz="1400" dirty="0" err="1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html</a:t>
            </a:r>
            <a:r>
              <a:rPr lang="pt-BR" sz="1400" dirty="0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&gt;"</a:t>
            </a:r>
            <a:r>
              <a:rPr lang="pt-BR" sz="140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);</a:t>
            </a:r>
          </a:p>
          <a:p>
            <a:pPr marL="0" marR="0">
              <a:buNone/>
            </a:pPr>
            <a:r>
              <a:rPr lang="pt-BR" sz="1400" dirty="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pw</a:t>
            </a:r>
            <a:r>
              <a:rPr lang="pt-BR" sz="1400" dirty="0" err="1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.write</a:t>
            </a:r>
            <a:r>
              <a:rPr lang="pt-BR" sz="140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"&lt;</a:t>
            </a:r>
            <a:r>
              <a:rPr lang="pt-BR" sz="1400" dirty="0" err="1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head</a:t>
            </a:r>
            <a:r>
              <a:rPr lang="pt-BR" sz="1400" dirty="0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&gt;"</a:t>
            </a:r>
            <a:r>
              <a:rPr lang="pt-BR" sz="140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);</a:t>
            </a:r>
          </a:p>
          <a:p>
            <a:pPr marL="0" marR="0">
              <a:buNone/>
            </a:pPr>
            <a:r>
              <a:rPr lang="pt-BR" sz="1400" dirty="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pw</a:t>
            </a:r>
            <a:r>
              <a:rPr lang="pt-BR" sz="1400" dirty="0" err="1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.write</a:t>
            </a:r>
            <a:r>
              <a:rPr lang="pt-BR" sz="140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"&lt;meta http-</a:t>
            </a:r>
            <a:r>
              <a:rPr lang="pt-BR" sz="1400" dirty="0" err="1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equiv</a:t>
            </a:r>
            <a:r>
              <a:rPr lang="pt-BR" sz="1400" dirty="0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='</a:t>
            </a:r>
            <a:r>
              <a:rPr lang="pt-BR" sz="1400" dirty="0" err="1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Content-Type</a:t>
            </a:r>
            <a:r>
              <a:rPr lang="pt-BR" sz="1400" dirty="0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 </a:t>
            </a:r>
            <a:r>
              <a:rPr lang="pt-BR" sz="1400" dirty="0" err="1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content</a:t>
            </a:r>
            <a:r>
              <a:rPr lang="pt-BR" sz="1400" dirty="0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='</a:t>
            </a:r>
            <a:r>
              <a:rPr lang="pt-BR" sz="1400" dirty="0" err="1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text</a:t>
            </a:r>
            <a:r>
              <a:rPr lang="pt-BR" sz="1400" dirty="0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/</a:t>
            </a:r>
            <a:r>
              <a:rPr lang="pt-BR" sz="1400" dirty="0" err="1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html</a:t>
            </a:r>
            <a:r>
              <a:rPr lang="pt-BR" sz="1400" dirty="0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; </a:t>
            </a:r>
            <a:r>
              <a:rPr lang="pt-BR" sz="1400" dirty="0" err="1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charset</a:t>
            </a:r>
            <a:r>
              <a:rPr lang="pt-BR" sz="1400" dirty="0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=ISO-8859-1'&gt;"</a:t>
            </a:r>
            <a:r>
              <a:rPr lang="pt-BR" sz="140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);</a:t>
            </a:r>
          </a:p>
          <a:p>
            <a:pPr marL="0" marR="0">
              <a:buNone/>
            </a:pPr>
            <a:r>
              <a:rPr lang="pt-BR" sz="1400" dirty="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pw</a:t>
            </a:r>
            <a:r>
              <a:rPr lang="pt-BR" sz="1400" dirty="0" err="1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.write</a:t>
            </a:r>
            <a:r>
              <a:rPr lang="pt-BR" sz="140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"&lt;</a:t>
            </a:r>
            <a:r>
              <a:rPr lang="pt-BR" sz="1400" dirty="0" err="1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title</a:t>
            </a:r>
            <a:r>
              <a:rPr lang="pt-BR" sz="1400" dirty="0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&gt;Seu Nome&lt;/</a:t>
            </a:r>
            <a:r>
              <a:rPr lang="pt-BR" sz="1400" dirty="0" err="1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title</a:t>
            </a:r>
            <a:r>
              <a:rPr lang="pt-BR" sz="1400" dirty="0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&gt;"</a:t>
            </a:r>
            <a:r>
              <a:rPr lang="pt-BR" sz="140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);</a:t>
            </a:r>
          </a:p>
          <a:p>
            <a:pPr marL="0" marR="0">
              <a:buNone/>
            </a:pPr>
            <a:r>
              <a:rPr lang="pt-BR" sz="1400" dirty="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pw</a:t>
            </a:r>
            <a:r>
              <a:rPr lang="pt-BR" sz="1400" dirty="0" err="1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.write</a:t>
            </a:r>
            <a:r>
              <a:rPr lang="pt-BR" sz="140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"&lt;/</a:t>
            </a:r>
            <a:r>
              <a:rPr lang="pt-BR" sz="1400" dirty="0" err="1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head</a:t>
            </a:r>
            <a:r>
              <a:rPr lang="pt-BR" sz="1400" dirty="0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&gt;"</a:t>
            </a:r>
            <a:r>
              <a:rPr lang="pt-BR" sz="140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);</a:t>
            </a:r>
          </a:p>
          <a:p>
            <a:pPr marL="0" marR="0">
              <a:buNone/>
            </a:pPr>
            <a:r>
              <a:rPr lang="pt-BR" sz="1400" dirty="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pw</a:t>
            </a:r>
            <a:r>
              <a:rPr lang="pt-BR" sz="1400" dirty="0" err="1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.write</a:t>
            </a:r>
            <a:r>
              <a:rPr lang="pt-BR" sz="140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"&lt;body&gt;"</a:t>
            </a:r>
            <a:r>
              <a:rPr lang="pt-BR" sz="140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); </a:t>
            </a:r>
          </a:p>
          <a:p>
            <a:pPr marL="0" marR="0">
              <a:buNone/>
            </a:pPr>
            <a:r>
              <a:rPr lang="pt-BR" sz="1400" dirty="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pw</a:t>
            </a:r>
            <a:r>
              <a:rPr lang="pt-BR" sz="1400" dirty="0" err="1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.write</a:t>
            </a:r>
            <a:r>
              <a:rPr lang="pt-BR" sz="140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"Digite seu nome e clique em confirmar"</a:t>
            </a:r>
            <a:r>
              <a:rPr lang="pt-BR" sz="140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);</a:t>
            </a:r>
          </a:p>
          <a:p>
            <a:pPr marL="0" marR="0">
              <a:buNone/>
            </a:pPr>
            <a:r>
              <a:rPr lang="pt-BR" sz="1400" dirty="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pw</a:t>
            </a:r>
            <a:r>
              <a:rPr lang="pt-BR" sz="1400" dirty="0" err="1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.write</a:t>
            </a:r>
            <a:r>
              <a:rPr lang="pt-BR" sz="140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"&lt;</a:t>
            </a:r>
            <a:r>
              <a:rPr lang="pt-BR" sz="1400" dirty="0" err="1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form</a:t>
            </a:r>
            <a:r>
              <a:rPr lang="pt-BR" sz="1400" dirty="0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action</a:t>
            </a:r>
            <a:r>
              <a:rPr lang="pt-BR" sz="1400" dirty="0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='</a:t>
            </a:r>
            <a:r>
              <a:rPr lang="pt-BR" sz="1400" dirty="0" err="1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Ola</a:t>
            </a:r>
            <a:r>
              <a:rPr lang="pt-BR" sz="1400" dirty="0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 </a:t>
            </a:r>
            <a:r>
              <a:rPr lang="pt-BR" sz="1400" dirty="0" err="1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method</a:t>
            </a:r>
            <a:r>
              <a:rPr lang="pt-BR" sz="1400" dirty="0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='post' &gt;"</a:t>
            </a:r>
            <a:r>
              <a:rPr lang="pt-BR" sz="140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);</a:t>
            </a:r>
          </a:p>
          <a:p>
            <a:pPr marL="0" marR="0">
              <a:buNone/>
            </a:pPr>
            <a:r>
              <a:rPr lang="pt-BR" sz="1400" dirty="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pw</a:t>
            </a:r>
            <a:r>
              <a:rPr lang="pt-BR" sz="1400" dirty="0" err="1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.write</a:t>
            </a:r>
            <a:r>
              <a:rPr lang="pt-BR" sz="140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"&lt;input </a:t>
            </a:r>
            <a:r>
              <a:rPr lang="pt-BR" sz="1400" dirty="0" err="1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type</a:t>
            </a:r>
            <a:r>
              <a:rPr lang="pt-BR" sz="1400" dirty="0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='</a:t>
            </a:r>
            <a:r>
              <a:rPr lang="pt-BR" sz="1400" dirty="0" err="1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text</a:t>
            </a:r>
            <a:r>
              <a:rPr lang="pt-BR" sz="1400" dirty="0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 </a:t>
            </a:r>
            <a:r>
              <a:rPr lang="pt-BR" sz="1400" dirty="0" err="1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name</a:t>
            </a:r>
            <a:r>
              <a:rPr lang="pt-BR" sz="1400" dirty="0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='nome' /&gt;"</a:t>
            </a:r>
            <a:r>
              <a:rPr lang="pt-BR" sz="140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); </a:t>
            </a:r>
          </a:p>
          <a:p>
            <a:pPr marL="0" marR="0">
              <a:buNone/>
            </a:pPr>
            <a:r>
              <a:rPr lang="pt-BR" sz="1400" dirty="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pw</a:t>
            </a:r>
            <a:r>
              <a:rPr lang="pt-BR" sz="1400" dirty="0" err="1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.write</a:t>
            </a:r>
            <a:r>
              <a:rPr lang="pt-BR" sz="140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"&lt;input </a:t>
            </a:r>
            <a:r>
              <a:rPr lang="pt-BR" sz="1400" dirty="0" err="1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type</a:t>
            </a:r>
            <a:r>
              <a:rPr lang="pt-BR" sz="1400" dirty="0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='</a:t>
            </a:r>
            <a:r>
              <a:rPr lang="pt-BR" sz="1400" dirty="0" err="1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submit</a:t>
            </a:r>
            <a:r>
              <a:rPr lang="pt-BR" sz="1400" dirty="0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' </a:t>
            </a:r>
            <a:r>
              <a:rPr lang="pt-BR" sz="1400" dirty="0" err="1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value</a:t>
            </a:r>
            <a:r>
              <a:rPr lang="pt-BR" sz="1400" dirty="0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='Confirmar' /&gt;"</a:t>
            </a:r>
            <a:r>
              <a:rPr lang="pt-BR" sz="140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);</a:t>
            </a:r>
          </a:p>
          <a:p>
            <a:pPr marL="0" marR="0">
              <a:buNone/>
            </a:pPr>
            <a:r>
              <a:rPr lang="pt-BR" sz="1400" dirty="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pw</a:t>
            </a:r>
            <a:r>
              <a:rPr lang="pt-BR" sz="1400" dirty="0" err="1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.write</a:t>
            </a:r>
            <a:r>
              <a:rPr lang="pt-BR" sz="140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"&lt;/</a:t>
            </a:r>
            <a:r>
              <a:rPr lang="pt-BR" sz="1400" dirty="0" err="1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form</a:t>
            </a:r>
            <a:r>
              <a:rPr lang="pt-BR" sz="1400" dirty="0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&gt;"</a:t>
            </a:r>
            <a:r>
              <a:rPr lang="pt-BR" sz="140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);</a:t>
            </a:r>
          </a:p>
          <a:p>
            <a:pPr marL="0" marR="0">
              <a:buNone/>
            </a:pPr>
            <a:r>
              <a:rPr lang="pt-BR" sz="1400" dirty="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pw</a:t>
            </a:r>
            <a:r>
              <a:rPr lang="pt-BR" sz="1400" dirty="0" err="1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.write</a:t>
            </a:r>
            <a:r>
              <a:rPr lang="pt-BR" sz="140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"&lt;/body&gt;"</a:t>
            </a:r>
            <a:r>
              <a:rPr lang="pt-BR" sz="140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);</a:t>
            </a:r>
          </a:p>
          <a:p>
            <a:pPr marL="0" marR="0">
              <a:buNone/>
            </a:pPr>
            <a:r>
              <a:rPr lang="pt-BR" sz="1400" dirty="0" err="1">
                <a:solidFill>
                  <a:srgbClr val="6A3E3E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pw</a:t>
            </a:r>
            <a:r>
              <a:rPr lang="pt-BR" sz="1400" dirty="0" err="1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.write</a:t>
            </a:r>
            <a:r>
              <a:rPr lang="pt-BR" sz="140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"&lt;/</a:t>
            </a:r>
            <a:r>
              <a:rPr lang="pt-BR" sz="1400" dirty="0" err="1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html</a:t>
            </a:r>
            <a:r>
              <a:rPr lang="pt-BR" sz="1400" dirty="0">
                <a:solidFill>
                  <a:srgbClr val="2A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&gt;"</a:t>
            </a:r>
            <a:r>
              <a:rPr lang="pt-BR" sz="140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5400359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3E20E4-CA64-13FE-6031-0D48AD12C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FE2EFD47-B377-78AC-466C-FF97CCB8C1FB}"/>
              </a:ext>
            </a:extLst>
          </p:cNvPr>
          <p:cNvSpPr txBox="1"/>
          <p:nvPr/>
        </p:nvSpPr>
        <p:spPr>
          <a:xfrm>
            <a:off x="0" y="0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pt-BR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Programação Web Java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E90BEE50-BC3C-4DF7-6308-D4437802582D}"/>
              </a:ext>
            </a:extLst>
          </p:cNvPr>
          <p:cNvGrpSpPr/>
          <p:nvPr/>
        </p:nvGrpSpPr>
        <p:grpSpPr>
          <a:xfrm>
            <a:off x="0" y="6076841"/>
            <a:ext cx="12192000" cy="781159"/>
            <a:chOff x="0" y="6076841"/>
            <a:chExt cx="12192000" cy="781159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B213C161-61FF-ABC0-24AB-8A2B95D8AA93}"/>
                </a:ext>
              </a:extLst>
            </p:cNvPr>
            <p:cNvSpPr/>
            <p:nvPr/>
          </p:nvSpPr>
          <p:spPr>
            <a:xfrm>
              <a:off x="0" y="6076841"/>
              <a:ext cx="12192000" cy="781159"/>
            </a:xfrm>
            <a:prstGeom prst="rect">
              <a:avLst/>
            </a:prstGeom>
            <a:solidFill>
              <a:srgbClr val="0137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7" name="Imagem 6" descr="Logotipo&#10;&#10;O conteúdo gerado por IA pode estar incorreto.">
              <a:extLst>
                <a:ext uri="{FF2B5EF4-FFF2-40B4-BE49-F238E27FC236}">
                  <a16:creationId xmlns:a16="http://schemas.microsoft.com/office/drawing/2014/main" id="{4B1BD0DC-D73E-63E9-9732-620F92903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3733" y="6076841"/>
              <a:ext cx="2448267" cy="781159"/>
            </a:xfrm>
            <a:prstGeom prst="rect">
              <a:avLst/>
            </a:prstGeom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D880B774-2907-0FCD-95F7-A7844DC41DE0}"/>
              </a:ext>
            </a:extLst>
          </p:cNvPr>
          <p:cNvSpPr txBox="1"/>
          <p:nvPr/>
        </p:nvSpPr>
        <p:spPr>
          <a:xfrm>
            <a:off x="8241102" y="0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pt-BR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Professor Lenon Fachiano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CB373ED-8F67-AA1D-B4EE-4575FEC49817}"/>
              </a:ext>
            </a:extLst>
          </p:cNvPr>
          <p:cNvCxnSpPr>
            <a:cxnSpLocks/>
          </p:cNvCxnSpPr>
          <p:nvPr/>
        </p:nvCxnSpPr>
        <p:spPr>
          <a:xfrm>
            <a:off x="0" y="369332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A59AD7CE-C1C2-CA54-BDB3-D9E95F40AB19}"/>
              </a:ext>
            </a:extLst>
          </p:cNvPr>
          <p:cNvSpPr txBox="1"/>
          <p:nvPr/>
        </p:nvSpPr>
        <p:spPr>
          <a:xfrm>
            <a:off x="461299" y="3044279"/>
            <a:ext cx="11269402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4400" dirty="0">
                <a:solidFill>
                  <a:srgbClr val="FFFFFF"/>
                </a:solidFill>
              </a:rPr>
              <a:t>SESSÕES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5847524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9D6D60-8901-D0D4-3130-E5E88091B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32D33794-92A6-E7E6-FB45-0D2D701DCC65}"/>
              </a:ext>
            </a:extLst>
          </p:cNvPr>
          <p:cNvSpPr txBox="1"/>
          <p:nvPr/>
        </p:nvSpPr>
        <p:spPr>
          <a:xfrm>
            <a:off x="0" y="0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pt-BR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Programação Web Java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3597EFDD-140F-65B2-D6CD-72BDB8838707}"/>
              </a:ext>
            </a:extLst>
          </p:cNvPr>
          <p:cNvGrpSpPr/>
          <p:nvPr/>
        </p:nvGrpSpPr>
        <p:grpSpPr>
          <a:xfrm>
            <a:off x="0" y="6076841"/>
            <a:ext cx="12192000" cy="781159"/>
            <a:chOff x="0" y="6076841"/>
            <a:chExt cx="12192000" cy="781159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232FA80F-7716-670E-DA61-159262B5156E}"/>
                </a:ext>
              </a:extLst>
            </p:cNvPr>
            <p:cNvSpPr/>
            <p:nvPr/>
          </p:nvSpPr>
          <p:spPr>
            <a:xfrm>
              <a:off x="0" y="6076841"/>
              <a:ext cx="12192000" cy="781159"/>
            </a:xfrm>
            <a:prstGeom prst="rect">
              <a:avLst/>
            </a:prstGeom>
            <a:solidFill>
              <a:srgbClr val="0137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7" name="Imagem 6" descr="Logotipo&#10;&#10;O conteúdo gerado por IA pode estar incorreto.">
              <a:extLst>
                <a:ext uri="{FF2B5EF4-FFF2-40B4-BE49-F238E27FC236}">
                  <a16:creationId xmlns:a16="http://schemas.microsoft.com/office/drawing/2014/main" id="{0A00258E-2F7B-9EB3-89F3-4ED6F92F2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3733" y="6076841"/>
              <a:ext cx="2448267" cy="781159"/>
            </a:xfrm>
            <a:prstGeom prst="rect">
              <a:avLst/>
            </a:prstGeom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D73B9502-CF18-9105-AA37-962B54C987AD}"/>
              </a:ext>
            </a:extLst>
          </p:cNvPr>
          <p:cNvSpPr txBox="1"/>
          <p:nvPr/>
        </p:nvSpPr>
        <p:spPr>
          <a:xfrm>
            <a:off x="8241102" y="0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pt-BR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Professor Lenon Fachiano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DB035C54-0861-B435-0D0F-23EDBDD09C53}"/>
              </a:ext>
            </a:extLst>
          </p:cNvPr>
          <p:cNvCxnSpPr>
            <a:cxnSpLocks/>
          </p:cNvCxnSpPr>
          <p:nvPr/>
        </p:nvCxnSpPr>
        <p:spPr>
          <a:xfrm>
            <a:off x="0" y="369332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7F503061-078B-1018-9958-79A06A54B44E}"/>
              </a:ext>
            </a:extLst>
          </p:cNvPr>
          <p:cNvSpPr txBox="1"/>
          <p:nvPr/>
        </p:nvSpPr>
        <p:spPr>
          <a:xfrm>
            <a:off x="461299" y="738664"/>
            <a:ext cx="11269402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4400" dirty="0">
                <a:solidFill>
                  <a:srgbClr val="FFFFFF"/>
                </a:solidFill>
              </a:rPr>
              <a:t>SESSÕES</a:t>
            </a:r>
            <a:endParaRPr lang="pt-BR" sz="32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E0B5AE2-276F-E0EA-8BB4-03715C39969D}"/>
              </a:ext>
            </a:extLst>
          </p:cNvPr>
          <p:cNvSpPr txBox="1"/>
          <p:nvPr/>
        </p:nvSpPr>
        <p:spPr>
          <a:xfrm>
            <a:off x="801011" y="2035951"/>
            <a:ext cx="1102961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rPr lang="pt-BR" b="0" dirty="0"/>
              <a:t>Manter o estado do cliente no servidor.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284BAE7-5E41-20C8-74A6-378D2DD10AB4}"/>
              </a:ext>
            </a:extLst>
          </p:cNvPr>
          <p:cNvSpPr txBox="1"/>
          <p:nvPr/>
        </p:nvSpPr>
        <p:spPr>
          <a:xfrm>
            <a:off x="801011" y="3324424"/>
            <a:ext cx="1102961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rPr lang="pt-BR" dirty="0"/>
              <a:t>Como funciona o fluxo de login?</a:t>
            </a:r>
          </a:p>
        </p:txBody>
      </p:sp>
    </p:spTree>
    <p:extLst>
      <p:ext uri="{BB962C8B-B14F-4D97-AF65-F5344CB8AC3E}">
        <p14:creationId xmlns:p14="http://schemas.microsoft.com/office/powerpoint/2010/main" val="6512493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E1A69A-F568-7F3F-6F12-7CAE5A1CE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29F0E917-B142-854B-7A1B-8CB7B202F565}"/>
              </a:ext>
            </a:extLst>
          </p:cNvPr>
          <p:cNvSpPr txBox="1"/>
          <p:nvPr/>
        </p:nvSpPr>
        <p:spPr>
          <a:xfrm>
            <a:off x="0" y="0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pt-BR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Programação Web Java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957EE165-9481-F782-278B-F6F748654BCE}"/>
              </a:ext>
            </a:extLst>
          </p:cNvPr>
          <p:cNvGrpSpPr/>
          <p:nvPr/>
        </p:nvGrpSpPr>
        <p:grpSpPr>
          <a:xfrm>
            <a:off x="0" y="6076841"/>
            <a:ext cx="12192000" cy="781159"/>
            <a:chOff x="0" y="6076841"/>
            <a:chExt cx="12192000" cy="781159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93844C46-42ED-0344-E754-73E8A02250D6}"/>
                </a:ext>
              </a:extLst>
            </p:cNvPr>
            <p:cNvSpPr/>
            <p:nvPr/>
          </p:nvSpPr>
          <p:spPr>
            <a:xfrm>
              <a:off x="0" y="6076841"/>
              <a:ext cx="12192000" cy="781159"/>
            </a:xfrm>
            <a:prstGeom prst="rect">
              <a:avLst/>
            </a:prstGeom>
            <a:solidFill>
              <a:srgbClr val="0137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7" name="Imagem 6" descr="Logotipo&#10;&#10;O conteúdo gerado por IA pode estar incorreto.">
              <a:extLst>
                <a:ext uri="{FF2B5EF4-FFF2-40B4-BE49-F238E27FC236}">
                  <a16:creationId xmlns:a16="http://schemas.microsoft.com/office/drawing/2014/main" id="{3EE6F639-D950-CC82-CCF4-EE87690988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3733" y="6076841"/>
              <a:ext cx="2448267" cy="781159"/>
            </a:xfrm>
            <a:prstGeom prst="rect">
              <a:avLst/>
            </a:prstGeom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1B7A0D6A-AF64-7664-65B9-DAA7D6850235}"/>
              </a:ext>
            </a:extLst>
          </p:cNvPr>
          <p:cNvSpPr txBox="1"/>
          <p:nvPr/>
        </p:nvSpPr>
        <p:spPr>
          <a:xfrm>
            <a:off x="8241102" y="0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pt-BR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Professor Lenon Fachiano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3D27B7F7-3665-5951-B229-B687B7293DA7}"/>
              </a:ext>
            </a:extLst>
          </p:cNvPr>
          <p:cNvCxnSpPr>
            <a:cxnSpLocks/>
          </p:cNvCxnSpPr>
          <p:nvPr/>
        </p:nvCxnSpPr>
        <p:spPr>
          <a:xfrm>
            <a:off x="0" y="369332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A8D5B9BF-5FCF-A806-D52E-2DBF26796621}"/>
              </a:ext>
            </a:extLst>
          </p:cNvPr>
          <p:cNvSpPr txBox="1"/>
          <p:nvPr/>
        </p:nvSpPr>
        <p:spPr>
          <a:xfrm>
            <a:off x="461299" y="738664"/>
            <a:ext cx="11269402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4400" dirty="0">
                <a:solidFill>
                  <a:srgbClr val="FFFFFF"/>
                </a:solidFill>
              </a:rPr>
              <a:t>SESSÕES</a:t>
            </a:r>
            <a:endParaRPr lang="pt-BR" sz="32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F6A09D1-D8CE-F6D7-B12B-81992EB4D08D}"/>
              </a:ext>
            </a:extLst>
          </p:cNvPr>
          <p:cNvSpPr txBox="1"/>
          <p:nvPr/>
        </p:nvSpPr>
        <p:spPr>
          <a:xfrm>
            <a:off x="801011" y="2035951"/>
            <a:ext cx="1102961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rPr lang="pt-BR" b="0" dirty="0" err="1"/>
              <a:t>HttpSession</a:t>
            </a:r>
            <a:endParaRPr lang="pt-BR" b="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EC72FEB-D83F-B681-F883-1C3986DF4175}"/>
              </a:ext>
            </a:extLst>
          </p:cNvPr>
          <p:cNvSpPr txBox="1"/>
          <p:nvPr/>
        </p:nvSpPr>
        <p:spPr>
          <a:xfrm>
            <a:off x="801011" y="3324424"/>
            <a:ext cx="11029616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rPr lang="pt-BR" b="0" dirty="0"/>
              <a:t>Cada usuário (navegador, por exemplo) deverá ter um e apenas um objeto do tipo </a:t>
            </a:r>
            <a:r>
              <a:rPr lang="pt-BR" b="0" dirty="0" err="1"/>
              <a:t>HttpSession</a:t>
            </a:r>
            <a:r>
              <a:rPr lang="pt-BR" b="0" dirty="0"/>
              <a:t> para representar o seu estado (informações)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490083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AA008C-503F-2240-9F92-202D57688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EE6446B2-1528-4E0D-7C6E-04DE908D6B1B}"/>
              </a:ext>
            </a:extLst>
          </p:cNvPr>
          <p:cNvSpPr txBox="1"/>
          <p:nvPr/>
        </p:nvSpPr>
        <p:spPr>
          <a:xfrm>
            <a:off x="0" y="0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pt-BR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Programação Web Java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A80329A3-34E8-424A-8079-4EDC9F65FD7D}"/>
              </a:ext>
            </a:extLst>
          </p:cNvPr>
          <p:cNvGrpSpPr/>
          <p:nvPr/>
        </p:nvGrpSpPr>
        <p:grpSpPr>
          <a:xfrm>
            <a:off x="0" y="6076841"/>
            <a:ext cx="12192000" cy="781159"/>
            <a:chOff x="0" y="6076841"/>
            <a:chExt cx="12192000" cy="781159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2247613B-3AA8-CDEF-358A-830679467EE7}"/>
                </a:ext>
              </a:extLst>
            </p:cNvPr>
            <p:cNvSpPr/>
            <p:nvPr/>
          </p:nvSpPr>
          <p:spPr>
            <a:xfrm>
              <a:off x="0" y="6076841"/>
              <a:ext cx="12192000" cy="781159"/>
            </a:xfrm>
            <a:prstGeom prst="rect">
              <a:avLst/>
            </a:prstGeom>
            <a:solidFill>
              <a:srgbClr val="0137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7" name="Imagem 6" descr="Logotipo&#10;&#10;O conteúdo gerado por IA pode estar incorreto.">
              <a:extLst>
                <a:ext uri="{FF2B5EF4-FFF2-40B4-BE49-F238E27FC236}">
                  <a16:creationId xmlns:a16="http://schemas.microsoft.com/office/drawing/2014/main" id="{E1EC7CEC-0D39-0305-4A95-F8F755B68D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3733" y="6076841"/>
              <a:ext cx="2448267" cy="781159"/>
            </a:xfrm>
            <a:prstGeom prst="rect">
              <a:avLst/>
            </a:prstGeom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FC19886D-65B7-7A94-8EF3-6B26D11A6A2E}"/>
              </a:ext>
            </a:extLst>
          </p:cNvPr>
          <p:cNvSpPr txBox="1"/>
          <p:nvPr/>
        </p:nvSpPr>
        <p:spPr>
          <a:xfrm>
            <a:off x="8241102" y="0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pt-BR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Professor Lenon Fachiano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5C4D8F76-CF1D-7C61-84EC-6A21FFC24A19}"/>
              </a:ext>
            </a:extLst>
          </p:cNvPr>
          <p:cNvCxnSpPr>
            <a:cxnSpLocks/>
          </p:cNvCxnSpPr>
          <p:nvPr/>
        </p:nvCxnSpPr>
        <p:spPr>
          <a:xfrm>
            <a:off x="0" y="369332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E6A9C3D3-FA1F-8571-06DD-8C1C4E286B89}"/>
              </a:ext>
            </a:extLst>
          </p:cNvPr>
          <p:cNvSpPr txBox="1"/>
          <p:nvPr/>
        </p:nvSpPr>
        <p:spPr>
          <a:xfrm>
            <a:off x="461299" y="738664"/>
            <a:ext cx="11269402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4400" dirty="0">
                <a:solidFill>
                  <a:srgbClr val="FFFFFF"/>
                </a:solidFill>
              </a:rPr>
              <a:t>SESSÕES</a:t>
            </a:r>
            <a:endParaRPr lang="pt-BR" sz="32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A9E360A-1F6C-4CFA-A74B-BF88F92C2749}"/>
              </a:ext>
            </a:extLst>
          </p:cNvPr>
          <p:cNvSpPr txBox="1"/>
          <p:nvPr/>
        </p:nvSpPr>
        <p:spPr>
          <a:xfrm>
            <a:off x="801011" y="2035951"/>
            <a:ext cx="1102961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rPr lang="pt-BR" b="0" dirty="0" err="1"/>
              <a:t>getSession</a:t>
            </a:r>
            <a:r>
              <a:rPr lang="pt-BR" b="0" dirty="0"/>
              <a:t>() - classe </a:t>
            </a:r>
            <a:r>
              <a:rPr lang="pt-BR" b="0" dirty="0" err="1"/>
              <a:t>HttpServletRequest</a:t>
            </a:r>
            <a:endParaRPr lang="pt-BR" b="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6B607C9-18DD-A592-B678-CF8DEC31BA9E}"/>
              </a:ext>
            </a:extLst>
          </p:cNvPr>
          <p:cNvSpPr txBox="1"/>
          <p:nvPr/>
        </p:nvSpPr>
        <p:spPr>
          <a:xfrm>
            <a:off x="701085" y="2713781"/>
            <a:ext cx="11029616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>
              <a:defRPr sz="3200" b="1">
                <a:solidFill>
                  <a:srgbClr val="FFFFFF"/>
                </a:solidFill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b="0" dirty="0"/>
              <a:t>Se não existe nenhum objeto sessão para representar o cliente web em atendimento, esse método cria um objeto do tipo </a:t>
            </a:r>
            <a:r>
              <a:rPr lang="pt-BR" b="0" dirty="0" err="1"/>
              <a:t>HttpSession</a:t>
            </a:r>
            <a:r>
              <a:rPr lang="pt-BR" b="0" dirty="0"/>
              <a:t> e relaciona esse objeto ao cliente web em questão;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b="0" dirty="0"/>
              <a:t>Caso já exista um objeto sessão relacionado ao cliente web, esse método simplesmente retorna o objeto.</a:t>
            </a:r>
          </a:p>
        </p:txBody>
      </p:sp>
    </p:spTree>
    <p:extLst>
      <p:ext uri="{BB962C8B-B14F-4D97-AF65-F5344CB8AC3E}">
        <p14:creationId xmlns:p14="http://schemas.microsoft.com/office/powerpoint/2010/main" val="16642995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96FEA2-4EF0-5F2E-1D67-66EB1F377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37E22697-DA43-45C4-0D7C-E53D418487AE}"/>
              </a:ext>
            </a:extLst>
          </p:cNvPr>
          <p:cNvSpPr txBox="1"/>
          <p:nvPr/>
        </p:nvSpPr>
        <p:spPr>
          <a:xfrm>
            <a:off x="0" y="0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pt-BR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Programação Web Java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B2AE008A-8A02-3CF4-53FE-D5DC7DDAD9C6}"/>
              </a:ext>
            </a:extLst>
          </p:cNvPr>
          <p:cNvGrpSpPr/>
          <p:nvPr/>
        </p:nvGrpSpPr>
        <p:grpSpPr>
          <a:xfrm>
            <a:off x="0" y="6076841"/>
            <a:ext cx="12192000" cy="781159"/>
            <a:chOff x="0" y="6076841"/>
            <a:chExt cx="12192000" cy="781159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98005AFF-41F7-5F8B-B2D2-3507DFD5DBE1}"/>
                </a:ext>
              </a:extLst>
            </p:cNvPr>
            <p:cNvSpPr/>
            <p:nvPr/>
          </p:nvSpPr>
          <p:spPr>
            <a:xfrm>
              <a:off x="0" y="6076841"/>
              <a:ext cx="12192000" cy="781159"/>
            </a:xfrm>
            <a:prstGeom prst="rect">
              <a:avLst/>
            </a:prstGeom>
            <a:solidFill>
              <a:srgbClr val="0137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7" name="Imagem 6" descr="Logotipo&#10;&#10;O conteúdo gerado por IA pode estar incorreto.">
              <a:extLst>
                <a:ext uri="{FF2B5EF4-FFF2-40B4-BE49-F238E27FC236}">
                  <a16:creationId xmlns:a16="http://schemas.microsoft.com/office/drawing/2014/main" id="{FC5BD027-073C-EFD8-7822-595D6CF74D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3733" y="6076841"/>
              <a:ext cx="2448267" cy="781159"/>
            </a:xfrm>
            <a:prstGeom prst="rect">
              <a:avLst/>
            </a:prstGeom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9337FD04-F3ED-C61F-11F1-A53F3A4223EB}"/>
              </a:ext>
            </a:extLst>
          </p:cNvPr>
          <p:cNvSpPr txBox="1"/>
          <p:nvPr/>
        </p:nvSpPr>
        <p:spPr>
          <a:xfrm>
            <a:off x="8241102" y="0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pt-BR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Professor Lenon Fachiano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9A17A935-2D36-B816-DDE6-230DD643FE4C}"/>
              </a:ext>
            </a:extLst>
          </p:cNvPr>
          <p:cNvCxnSpPr>
            <a:cxnSpLocks/>
          </p:cNvCxnSpPr>
          <p:nvPr/>
        </p:nvCxnSpPr>
        <p:spPr>
          <a:xfrm>
            <a:off x="0" y="369332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47D50648-42EA-52F1-FF05-F4841715F9BE}"/>
              </a:ext>
            </a:extLst>
          </p:cNvPr>
          <p:cNvSpPr txBox="1"/>
          <p:nvPr/>
        </p:nvSpPr>
        <p:spPr>
          <a:xfrm>
            <a:off x="461299" y="738664"/>
            <a:ext cx="11269402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4400" dirty="0">
                <a:solidFill>
                  <a:srgbClr val="FFFFFF"/>
                </a:solidFill>
              </a:rPr>
              <a:t>SESSÕES</a:t>
            </a:r>
            <a:endParaRPr lang="pt-BR" sz="32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31465AF-1E37-3108-C693-95F1E5E558A1}"/>
              </a:ext>
            </a:extLst>
          </p:cNvPr>
          <p:cNvSpPr txBox="1"/>
          <p:nvPr/>
        </p:nvSpPr>
        <p:spPr>
          <a:xfrm>
            <a:off x="801011" y="2035951"/>
            <a:ext cx="1102961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rPr lang="pt-BR" b="0" dirty="0" err="1"/>
              <a:t>getSession</a:t>
            </a:r>
            <a:r>
              <a:rPr lang="pt-BR" b="0" dirty="0"/>
              <a:t>() - classe </a:t>
            </a:r>
            <a:r>
              <a:rPr lang="pt-BR" b="0" dirty="0" err="1"/>
              <a:t>HttpServletRequest</a:t>
            </a:r>
            <a:endParaRPr lang="pt-BR" b="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AE78B9E-610F-FA7A-F57C-42174E882C8A}"/>
              </a:ext>
            </a:extLst>
          </p:cNvPr>
          <p:cNvSpPr txBox="1"/>
          <p:nvPr/>
        </p:nvSpPr>
        <p:spPr>
          <a:xfrm>
            <a:off x="701085" y="2713781"/>
            <a:ext cx="11029616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>
              <a:defRPr sz="3200" b="1">
                <a:solidFill>
                  <a:srgbClr val="FFFFFF"/>
                </a:solidFill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b="0" dirty="0"/>
              <a:t>Se não existe nenhum objeto sessão para representar o cliente web em atendimento, esse método cria um objeto do tipo </a:t>
            </a:r>
            <a:r>
              <a:rPr lang="pt-BR" b="0" dirty="0" err="1"/>
              <a:t>HttpSession</a:t>
            </a:r>
            <a:r>
              <a:rPr lang="pt-BR" b="0" dirty="0"/>
              <a:t> e relaciona esse objeto ao cliente web em questão;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b="0" dirty="0"/>
              <a:t>Caso já exista um objeto sessão relacionado ao cliente web, esse método simplesmente retorna o objeto.</a:t>
            </a:r>
          </a:p>
        </p:txBody>
      </p:sp>
    </p:spTree>
    <p:extLst>
      <p:ext uri="{BB962C8B-B14F-4D97-AF65-F5344CB8AC3E}">
        <p14:creationId xmlns:p14="http://schemas.microsoft.com/office/powerpoint/2010/main" val="13817529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FF0724-6D84-02A9-4DED-E264D9A83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86F3B97B-9DF0-C0D8-A5FD-9463AC7A5F6C}"/>
              </a:ext>
            </a:extLst>
          </p:cNvPr>
          <p:cNvSpPr txBox="1"/>
          <p:nvPr/>
        </p:nvSpPr>
        <p:spPr>
          <a:xfrm>
            <a:off x="0" y="0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pt-BR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Programação Web Java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6A792CEB-F45F-BDF7-642F-B8A907C87279}"/>
              </a:ext>
            </a:extLst>
          </p:cNvPr>
          <p:cNvGrpSpPr/>
          <p:nvPr/>
        </p:nvGrpSpPr>
        <p:grpSpPr>
          <a:xfrm>
            <a:off x="0" y="6076841"/>
            <a:ext cx="12192000" cy="781159"/>
            <a:chOff x="0" y="6076841"/>
            <a:chExt cx="12192000" cy="781159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3AC3393A-B0AB-6DBB-F85C-85EDB4864130}"/>
                </a:ext>
              </a:extLst>
            </p:cNvPr>
            <p:cNvSpPr/>
            <p:nvPr/>
          </p:nvSpPr>
          <p:spPr>
            <a:xfrm>
              <a:off x="0" y="6076841"/>
              <a:ext cx="12192000" cy="781159"/>
            </a:xfrm>
            <a:prstGeom prst="rect">
              <a:avLst/>
            </a:prstGeom>
            <a:solidFill>
              <a:srgbClr val="0137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7" name="Imagem 6" descr="Logotipo&#10;&#10;O conteúdo gerado por IA pode estar incorreto.">
              <a:extLst>
                <a:ext uri="{FF2B5EF4-FFF2-40B4-BE49-F238E27FC236}">
                  <a16:creationId xmlns:a16="http://schemas.microsoft.com/office/drawing/2014/main" id="{97D0D8A9-3E67-B16A-362C-7865FFF699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3733" y="6076841"/>
              <a:ext cx="2448267" cy="781159"/>
            </a:xfrm>
            <a:prstGeom prst="rect">
              <a:avLst/>
            </a:prstGeom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41C3722C-76B9-FDC1-A2A1-83D4BA3191EC}"/>
              </a:ext>
            </a:extLst>
          </p:cNvPr>
          <p:cNvSpPr txBox="1"/>
          <p:nvPr/>
        </p:nvSpPr>
        <p:spPr>
          <a:xfrm>
            <a:off x="8241102" y="0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pt-BR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Professor Lenon Fachiano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7E6ECB8-6498-94E3-EF79-289D1760D3D3}"/>
              </a:ext>
            </a:extLst>
          </p:cNvPr>
          <p:cNvCxnSpPr>
            <a:cxnSpLocks/>
          </p:cNvCxnSpPr>
          <p:nvPr/>
        </p:nvCxnSpPr>
        <p:spPr>
          <a:xfrm>
            <a:off x="0" y="369332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0D8BBE6F-97A3-2AD5-EDDC-53861272ECCE}"/>
              </a:ext>
            </a:extLst>
          </p:cNvPr>
          <p:cNvSpPr txBox="1"/>
          <p:nvPr/>
        </p:nvSpPr>
        <p:spPr>
          <a:xfrm>
            <a:off x="461299" y="369332"/>
            <a:ext cx="11269402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4400" dirty="0">
                <a:solidFill>
                  <a:srgbClr val="FFFFFF"/>
                </a:solidFill>
              </a:rPr>
              <a:t>SESSÕES</a:t>
            </a:r>
            <a:endParaRPr lang="pt-BR" sz="32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64F8FCEB-996E-F073-92E2-07982C32A0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436" y="1877436"/>
            <a:ext cx="9070059" cy="4083084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B0FD04A8-1998-F060-73C7-83DC3EE626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89" y="1123384"/>
            <a:ext cx="5344271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1387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F2EE74-990E-A574-942E-5A748C022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EF3E153F-2782-03B5-D007-2E21BA8532A3}"/>
              </a:ext>
            </a:extLst>
          </p:cNvPr>
          <p:cNvSpPr txBox="1"/>
          <p:nvPr/>
        </p:nvSpPr>
        <p:spPr>
          <a:xfrm>
            <a:off x="0" y="0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pt-BR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Programação Web Java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493B94DF-F248-5AD6-9D6D-13ECE0389BE6}"/>
              </a:ext>
            </a:extLst>
          </p:cNvPr>
          <p:cNvGrpSpPr/>
          <p:nvPr/>
        </p:nvGrpSpPr>
        <p:grpSpPr>
          <a:xfrm>
            <a:off x="0" y="6076841"/>
            <a:ext cx="12192000" cy="781159"/>
            <a:chOff x="0" y="6076841"/>
            <a:chExt cx="12192000" cy="781159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5A8C1DF9-1D1D-61AC-180A-1C5F65551D32}"/>
                </a:ext>
              </a:extLst>
            </p:cNvPr>
            <p:cNvSpPr/>
            <p:nvPr/>
          </p:nvSpPr>
          <p:spPr>
            <a:xfrm>
              <a:off x="0" y="6076841"/>
              <a:ext cx="12192000" cy="781159"/>
            </a:xfrm>
            <a:prstGeom prst="rect">
              <a:avLst/>
            </a:prstGeom>
            <a:solidFill>
              <a:srgbClr val="0137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7" name="Imagem 6" descr="Logotipo&#10;&#10;O conteúdo gerado por IA pode estar incorreto.">
              <a:extLst>
                <a:ext uri="{FF2B5EF4-FFF2-40B4-BE49-F238E27FC236}">
                  <a16:creationId xmlns:a16="http://schemas.microsoft.com/office/drawing/2014/main" id="{E0BC3469-CAC2-BA83-13BE-7B40E4C1F5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3733" y="6076841"/>
              <a:ext cx="2448267" cy="781159"/>
            </a:xfrm>
            <a:prstGeom prst="rect">
              <a:avLst/>
            </a:prstGeom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45DDCA1D-4E3E-882A-EE89-66161C31AC8C}"/>
              </a:ext>
            </a:extLst>
          </p:cNvPr>
          <p:cNvSpPr txBox="1"/>
          <p:nvPr/>
        </p:nvSpPr>
        <p:spPr>
          <a:xfrm>
            <a:off x="8241102" y="0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pt-BR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Professor Lenon Fachiano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9010C84-AB31-8E74-8311-6E2380DBE7ED}"/>
              </a:ext>
            </a:extLst>
          </p:cNvPr>
          <p:cNvCxnSpPr>
            <a:cxnSpLocks/>
          </p:cNvCxnSpPr>
          <p:nvPr/>
        </p:nvCxnSpPr>
        <p:spPr>
          <a:xfrm>
            <a:off x="0" y="369332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89EA430F-40FA-0B16-7154-220892A3474F}"/>
              </a:ext>
            </a:extLst>
          </p:cNvPr>
          <p:cNvSpPr txBox="1"/>
          <p:nvPr/>
        </p:nvSpPr>
        <p:spPr>
          <a:xfrm>
            <a:off x="488489" y="721137"/>
            <a:ext cx="11269402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4400" dirty="0">
                <a:solidFill>
                  <a:srgbClr val="FFFFFF"/>
                </a:solidFill>
              </a:rPr>
              <a:t>Hora de Praticar</a:t>
            </a:r>
            <a:endParaRPr lang="pt-BR" sz="32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BF83B33-3EE3-46D0-ADBF-CC041FC9BD87}"/>
              </a:ext>
            </a:extLst>
          </p:cNvPr>
          <p:cNvSpPr txBox="1"/>
          <p:nvPr/>
        </p:nvSpPr>
        <p:spPr>
          <a:xfrm>
            <a:off x="801011" y="2035951"/>
            <a:ext cx="11029616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>
              <a:defRPr sz="3200" b="1">
                <a:solidFill>
                  <a:srgbClr val="FFFFFF"/>
                </a:solidFill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b="0" dirty="0"/>
              <a:t>Crie um formulário de login e uma </a:t>
            </a:r>
            <a:r>
              <a:rPr lang="pt-BR" b="0" dirty="0" err="1"/>
              <a:t>servlet</a:t>
            </a:r>
            <a:r>
              <a:rPr lang="pt-BR" b="0" dirty="0"/>
              <a:t> que faça a verificação dos parâmetros e crie uma sessão.</a:t>
            </a:r>
          </a:p>
        </p:txBody>
      </p:sp>
    </p:spTree>
    <p:extLst>
      <p:ext uri="{BB962C8B-B14F-4D97-AF65-F5344CB8AC3E}">
        <p14:creationId xmlns:p14="http://schemas.microsoft.com/office/powerpoint/2010/main" val="5240473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FBB751-3CFC-5B3E-CFB6-54054D52B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2831BB6B-9B87-0610-1FB7-F46C17B66594}"/>
              </a:ext>
            </a:extLst>
          </p:cNvPr>
          <p:cNvSpPr txBox="1"/>
          <p:nvPr/>
        </p:nvSpPr>
        <p:spPr>
          <a:xfrm>
            <a:off x="0" y="0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pt-BR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Programação Web Java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F896812C-60A9-50C3-B567-DAEFAC7695EA}"/>
              </a:ext>
            </a:extLst>
          </p:cNvPr>
          <p:cNvGrpSpPr/>
          <p:nvPr/>
        </p:nvGrpSpPr>
        <p:grpSpPr>
          <a:xfrm>
            <a:off x="0" y="6076841"/>
            <a:ext cx="12192000" cy="781159"/>
            <a:chOff x="0" y="6076841"/>
            <a:chExt cx="12192000" cy="781159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227090A1-61DA-29BC-1C3A-3092B9A0423B}"/>
                </a:ext>
              </a:extLst>
            </p:cNvPr>
            <p:cNvSpPr/>
            <p:nvPr/>
          </p:nvSpPr>
          <p:spPr>
            <a:xfrm>
              <a:off x="0" y="6076841"/>
              <a:ext cx="12192000" cy="781159"/>
            </a:xfrm>
            <a:prstGeom prst="rect">
              <a:avLst/>
            </a:prstGeom>
            <a:solidFill>
              <a:srgbClr val="0137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7" name="Imagem 6" descr="Logotipo&#10;&#10;O conteúdo gerado por IA pode estar incorreto.">
              <a:extLst>
                <a:ext uri="{FF2B5EF4-FFF2-40B4-BE49-F238E27FC236}">
                  <a16:creationId xmlns:a16="http://schemas.microsoft.com/office/drawing/2014/main" id="{E3646526-202D-CCBD-045A-081AA040D0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3733" y="6076841"/>
              <a:ext cx="2448267" cy="781159"/>
            </a:xfrm>
            <a:prstGeom prst="rect">
              <a:avLst/>
            </a:prstGeom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6F1F1ACA-1081-E493-E385-B1B088D944DC}"/>
              </a:ext>
            </a:extLst>
          </p:cNvPr>
          <p:cNvSpPr txBox="1"/>
          <p:nvPr/>
        </p:nvSpPr>
        <p:spPr>
          <a:xfrm>
            <a:off x="8241102" y="0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pt-BR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Professor Lenon Fachiano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FC051489-9127-1515-0651-1E649648DD6C}"/>
              </a:ext>
            </a:extLst>
          </p:cNvPr>
          <p:cNvCxnSpPr>
            <a:cxnSpLocks/>
          </p:cNvCxnSpPr>
          <p:nvPr/>
        </p:nvCxnSpPr>
        <p:spPr>
          <a:xfrm>
            <a:off x="0" y="369332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58CC7F23-AA35-10D9-B738-25ADAEFEB8FF}"/>
              </a:ext>
            </a:extLst>
          </p:cNvPr>
          <p:cNvSpPr txBox="1"/>
          <p:nvPr/>
        </p:nvSpPr>
        <p:spPr>
          <a:xfrm>
            <a:off x="488489" y="721137"/>
            <a:ext cx="11269402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4400" dirty="0">
                <a:solidFill>
                  <a:srgbClr val="FFFFFF"/>
                </a:solidFill>
              </a:rPr>
              <a:t>Trabalho Final</a:t>
            </a:r>
            <a:endParaRPr lang="pt-BR" sz="32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5702CDE-1359-8C29-291A-834E5BD38CDB}"/>
              </a:ext>
            </a:extLst>
          </p:cNvPr>
          <p:cNvSpPr txBox="1"/>
          <p:nvPr/>
        </p:nvSpPr>
        <p:spPr>
          <a:xfrm>
            <a:off x="801011" y="2035951"/>
            <a:ext cx="1102961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>
              <a:defRPr sz="3200" b="1">
                <a:solidFill>
                  <a:srgbClr val="FFFFFF"/>
                </a:solidFill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b="0" dirty="0"/>
              <a:t>Alinhamento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78C74E5-9560-6E38-E2ED-B799CAD9961D}"/>
              </a:ext>
            </a:extLst>
          </p:cNvPr>
          <p:cNvSpPr txBox="1"/>
          <p:nvPr/>
        </p:nvSpPr>
        <p:spPr>
          <a:xfrm>
            <a:off x="728275" y="2844225"/>
            <a:ext cx="1102961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>
              <a:defRPr sz="3200" b="1">
                <a:solidFill>
                  <a:srgbClr val="FFFFFF"/>
                </a:solidFill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b="0" dirty="0"/>
              <a:t>Proposta de alteração do plano de ensino</a:t>
            </a:r>
          </a:p>
        </p:txBody>
      </p:sp>
    </p:spTree>
    <p:extLst>
      <p:ext uri="{BB962C8B-B14F-4D97-AF65-F5344CB8AC3E}">
        <p14:creationId xmlns:p14="http://schemas.microsoft.com/office/powerpoint/2010/main" val="33413063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3573</TotalTime>
  <Words>662</Words>
  <Application>Microsoft Office PowerPoint</Application>
  <PresentationFormat>Widescreen</PresentationFormat>
  <Paragraphs>110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Consolas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Lenon Fachiano</dc:creator>
  <cp:lastModifiedBy>Lenon Fachiano</cp:lastModifiedBy>
  <cp:revision>267</cp:revision>
  <dcterms:created xsi:type="dcterms:W3CDTF">2026-01-30T17:02:35Z</dcterms:created>
  <dcterms:modified xsi:type="dcterms:W3CDTF">2026-02-26T19:45:58Z</dcterms:modified>
</cp:coreProperties>
</file>